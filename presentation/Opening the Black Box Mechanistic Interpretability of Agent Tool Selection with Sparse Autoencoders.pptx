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0" y="0"/>
                </a:moveTo>
                <a:lnTo>
                  <a:pt x="0" y="827"/>
                </a:lnTo>
                <a:lnTo>
                  <a:pt x="8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0" y="826"/>
                </a:lnTo>
                <a:lnTo>
                  <a:pt x="0" y="1654"/>
                </a:lnTo>
                <a:lnTo>
                  <a:pt x="1654" y="0"/>
                </a:lnTo>
                <a:lnTo>
                  <a:pt x="826" y="0"/>
                </a:lnTo>
                <a:close/>
              </a:path>
            </a:pathLst>
          </a:custGeom>
          <a:solidFill>
            <a:srgbClr val="1A28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1654" y="0"/>
                </a:moveTo>
                <a:lnTo>
                  <a:pt x="0" y="1654"/>
                </a:lnTo>
                <a:lnTo>
                  <a:pt x="0" y="2481"/>
                </a:lnTo>
                <a:lnTo>
                  <a:pt x="2481" y="0"/>
                </a:lnTo>
                <a:lnTo>
                  <a:pt x="1654" y="0"/>
                </a:lnTo>
                <a:close/>
              </a:path>
            </a:pathLst>
          </a:custGeom>
          <a:solidFill>
            <a:srgbClr val="1A28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2481" y="0"/>
                </a:moveTo>
                <a:lnTo>
                  <a:pt x="0" y="2481"/>
                </a:lnTo>
                <a:lnTo>
                  <a:pt x="0" y="3308"/>
                </a:lnTo>
                <a:lnTo>
                  <a:pt x="3308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1A29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3308" y="0"/>
                </a:moveTo>
                <a:lnTo>
                  <a:pt x="0" y="3308"/>
                </a:lnTo>
                <a:lnTo>
                  <a:pt x="0" y="4135"/>
                </a:lnTo>
                <a:lnTo>
                  <a:pt x="413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1B2A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135" y="0"/>
                </a:moveTo>
                <a:lnTo>
                  <a:pt x="0" y="4135"/>
                </a:lnTo>
                <a:lnTo>
                  <a:pt x="0" y="4961"/>
                </a:lnTo>
                <a:lnTo>
                  <a:pt x="4961" y="0"/>
                </a:lnTo>
                <a:lnTo>
                  <a:pt x="4135" y="0"/>
                </a:lnTo>
                <a:close/>
              </a:path>
            </a:pathLst>
          </a:custGeom>
          <a:solidFill>
            <a:srgbClr val="1B2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2083680" cy="2083680"/>
          </a:xfrm>
          <a:custGeom>
            <a:avLst/>
            <a:gdLst/>
            <a:ahLst/>
            <a:rect l="0" t="0" r="r" b="b"/>
            <a:pathLst>
              <a:path w="5788" h="5788">
                <a:moveTo>
                  <a:pt x="4961" y="0"/>
                </a:moveTo>
                <a:lnTo>
                  <a:pt x="0" y="4961"/>
                </a:lnTo>
                <a:lnTo>
                  <a:pt x="0" y="5788"/>
                </a:lnTo>
                <a:lnTo>
                  <a:pt x="5788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1B2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5788" y="0"/>
                </a:moveTo>
                <a:lnTo>
                  <a:pt x="0" y="5788"/>
                </a:lnTo>
                <a:lnTo>
                  <a:pt x="0" y="6615"/>
                </a:lnTo>
                <a:lnTo>
                  <a:pt x="6615" y="0"/>
                </a:lnTo>
                <a:lnTo>
                  <a:pt x="5788" y="0"/>
                </a:lnTo>
                <a:close/>
              </a:path>
            </a:pathLst>
          </a:custGeom>
          <a:solidFill>
            <a:srgbClr val="1B2B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6615" y="0"/>
                </a:moveTo>
                <a:lnTo>
                  <a:pt x="0" y="6615"/>
                </a:lnTo>
                <a:lnTo>
                  <a:pt x="0" y="7442"/>
                </a:lnTo>
                <a:lnTo>
                  <a:pt x="744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1B2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7442" y="0"/>
                </a:moveTo>
                <a:lnTo>
                  <a:pt x="0" y="7442"/>
                </a:lnTo>
                <a:lnTo>
                  <a:pt x="0" y="8269"/>
                </a:lnTo>
                <a:lnTo>
                  <a:pt x="8269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1B2D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8269" y="0"/>
                </a:moveTo>
                <a:lnTo>
                  <a:pt x="0" y="8269"/>
                </a:lnTo>
                <a:lnTo>
                  <a:pt x="0" y="9096"/>
                </a:lnTo>
                <a:lnTo>
                  <a:pt x="9096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1B2D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096" y="0"/>
                </a:moveTo>
                <a:lnTo>
                  <a:pt x="0" y="9096"/>
                </a:lnTo>
                <a:lnTo>
                  <a:pt x="0" y="9922"/>
                </a:lnTo>
                <a:lnTo>
                  <a:pt x="9922" y="0"/>
                </a:lnTo>
                <a:lnTo>
                  <a:pt x="9096" y="0"/>
                </a:lnTo>
                <a:close/>
              </a:path>
            </a:pathLst>
          </a:custGeom>
          <a:solidFill>
            <a:srgbClr val="1B2E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3869640" cy="3869640"/>
          </a:xfrm>
          <a:custGeom>
            <a:avLst/>
            <a:gdLst/>
            <a:ahLst/>
            <a:rect l="0" t="0" r="r" b="b"/>
            <a:pathLst>
              <a:path w="10749" h="10749">
                <a:moveTo>
                  <a:pt x="9922" y="0"/>
                </a:moveTo>
                <a:lnTo>
                  <a:pt x="0" y="9922"/>
                </a:lnTo>
                <a:lnTo>
                  <a:pt x="0" y="10749"/>
                </a:lnTo>
                <a:lnTo>
                  <a:pt x="10749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1C2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0749" y="0"/>
                </a:moveTo>
                <a:lnTo>
                  <a:pt x="0" y="10749"/>
                </a:lnTo>
                <a:lnTo>
                  <a:pt x="0" y="11576"/>
                </a:lnTo>
                <a:lnTo>
                  <a:pt x="11576" y="0"/>
                </a:lnTo>
                <a:lnTo>
                  <a:pt x="10749" y="0"/>
                </a:lnTo>
                <a:close/>
              </a:path>
            </a:pathLst>
          </a:custGeom>
          <a:solidFill>
            <a:srgbClr val="1C2F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576" y="0"/>
                </a:moveTo>
                <a:lnTo>
                  <a:pt x="0" y="11576"/>
                </a:lnTo>
                <a:lnTo>
                  <a:pt x="0" y="12403"/>
                </a:lnTo>
                <a:lnTo>
                  <a:pt x="12403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1C3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2403" y="0"/>
                </a:moveTo>
                <a:lnTo>
                  <a:pt x="0" y="12403"/>
                </a:lnTo>
                <a:lnTo>
                  <a:pt x="0" y="13230"/>
                </a:lnTo>
                <a:lnTo>
                  <a:pt x="13230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1C30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5060160" cy="5060160"/>
          </a:xfrm>
          <a:custGeom>
            <a:avLst/>
            <a:gdLst/>
            <a:ahLst/>
            <a:rect l="0" t="0" r="r" b="b"/>
            <a:pathLst>
              <a:path w="14056" h="14056">
                <a:moveTo>
                  <a:pt x="13230" y="0"/>
                </a:moveTo>
                <a:lnTo>
                  <a:pt x="0" y="13230"/>
                </a:lnTo>
                <a:lnTo>
                  <a:pt x="0" y="14056"/>
                </a:lnTo>
                <a:lnTo>
                  <a:pt x="14056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1C31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056" y="0"/>
                </a:moveTo>
                <a:lnTo>
                  <a:pt x="0" y="14056"/>
                </a:lnTo>
                <a:lnTo>
                  <a:pt x="0" y="14883"/>
                </a:lnTo>
                <a:lnTo>
                  <a:pt x="14883" y="0"/>
                </a:lnTo>
                <a:lnTo>
                  <a:pt x="14056" y="0"/>
                </a:lnTo>
                <a:close/>
              </a:path>
            </a:pathLst>
          </a:custGeom>
          <a:solidFill>
            <a:srgbClr val="1C31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4883" y="0"/>
                </a:moveTo>
                <a:lnTo>
                  <a:pt x="0" y="14883"/>
                </a:lnTo>
                <a:lnTo>
                  <a:pt x="0" y="15710"/>
                </a:lnTo>
                <a:lnTo>
                  <a:pt x="15710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1C32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5710" y="0"/>
                </a:moveTo>
                <a:lnTo>
                  <a:pt x="0" y="15710"/>
                </a:lnTo>
                <a:lnTo>
                  <a:pt x="0" y="16537"/>
                </a:lnTo>
                <a:lnTo>
                  <a:pt x="16537" y="0"/>
                </a:lnTo>
                <a:lnTo>
                  <a:pt x="15710" y="0"/>
                </a:lnTo>
                <a:close/>
              </a:path>
            </a:pathLst>
          </a:custGeom>
          <a:solidFill>
            <a:srgbClr val="1C3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537" y="0"/>
                </a:moveTo>
                <a:lnTo>
                  <a:pt x="0" y="16537"/>
                </a:lnTo>
                <a:lnTo>
                  <a:pt x="0" y="17364"/>
                </a:lnTo>
                <a:lnTo>
                  <a:pt x="17364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1D33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7364" y="0"/>
                </a:moveTo>
                <a:lnTo>
                  <a:pt x="0" y="17364"/>
                </a:lnTo>
                <a:lnTo>
                  <a:pt x="0" y="18191"/>
                </a:lnTo>
                <a:lnTo>
                  <a:pt x="18191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1D34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6846120" cy="6846120"/>
          </a:xfrm>
          <a:custGeom>
            <a:avLst/>
            <a:gdLst/>
            <a:ahLst/>
            <a:rect l="0" t="0" r="r" b="b"/>
            <a:pathLst>
              <a:path w="19017" h="19017">
                <a:moveTo>
                  <a:pt x="18191" y="0"/>
                </a:moveTo>
                <a:lnTo>
                  <a:pt x="0" y="18191"/>
                </a:lnTo>
                <a:lnTo>
                  <a:pt x="0" y="19017"/>
                </a:lnTo>
                <a:lnTo>
                  <a:pt x="19017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1D34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9017" y="0"/>
                </a:moveTo>
                <a:lnTo>
                  <a:pt x="0" y="19017"/>
                </a:lnTo>
                <a:lnTo>
                  <a:pt x="0" y="19050"/>
                </a:lnTo>
                <a:lnTo>
                  <a:pt x="19050" y="0"/>
                </a:lnTo>
                <a:lnTo>
                  <a:pt x="19017" y="0"/>
                </a:lnTo>
                <a:close/>
              </a:path>
            </a:pathLst>
          </a:custGeom>
          <a:solidFill>
            <a:srgbClr val="1D35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D35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854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6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58320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809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1786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7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47636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8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7737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9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714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9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36916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6668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F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326196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F3B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5596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8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03C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385740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0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203C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41551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13D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44528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13D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75056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23E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23E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33" y="19050"/>
                </a:lnTo>
                <a:lnTo>
                  <a:pt x="19051" y="33"/>
                </a:lnTo>
                <a:lnTo>
                  <a:pt x="19051" y="0"/>
                </a:lnTo>
                <a:close/>
              </a:path>
            </a:pathLst>
          </a:custGeom>
          <a:solidFill>
            <a:srgbClr val="223F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5345640" y="11880"/>
            <a:ext cx="6846480" cy="6846120"/>
          </a:xfrm>
          <a:custGeom>
            <a:avLst/>
            <a:gdLst/>
            <a:ahLst/>
            <a:rect l="0" t="0" r="r" b="b"/>
            <a:pathLst>
              <a:path w="19018" h="19017">
                <a:moveTo>
                  <a:pt x="19018" y="0"/>
                </a:moveTo>
                <a:lnTo>
                  <a:pt x="0" y="19017"/>
                </a:lnTo>
                <a:lnTo>
                  <a:pt x="827" y="19017"/>
                </a:lnTo>
                <a:lnTo>
                  <a:pt x="19018" y="826"/>
                </a:lnTo>
                <a:lnTo>
                  <a:pt x="19018" y="0"/>
                </a:lnTo>
                <a:close/>
              </a:path>
            </a:pathLst>
          </a:custGeom>
          <a:solidFill>
            <a:srgbClr val="223F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827" y="18191"/>
                </a:lnTo>
                <a:lnTo>
                  <a:pt x="18191" y="827"/>
                </a:lnTo>
                <a:lnTo>
                  <a:pt x="18191" y="0"/>
                </a:lnTo>
                <a:close/>
              </a:path>
            </a:pathLst>
          </a:custGeom>
          <a:solidFill>
            <a:srgbClr val="233F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941080" y="606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827" y="17364"/>
                </a:lnTo>
                <a:lnTo>
                  <a:pt x="17364" y="827"/>
                </a:lnTo>
                <a:lnTo>
                  <a:pt x="17364" y="0"/>
                </a:lnTo>
                <a:close/>
              </a:path>
            </a:pathLst>
          </a:custGeom>
          <a:solidFill>
            <a:srgbClr val="2340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827" y="16537"/>
                </a:lnTo>
                <a:lnTo>
                  <a:pt x="16537" y="827"/>
                </a:lnTo>
                <a:lnTo>
                  <a:pt x="16537" y="0"/>
                </a:lnTo>
                <a:close/>
              </a:path>
            </a:pathLst>
          </a:custGeom>
          <a:solidFill>
            <a:srgbClr val="2440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6536520" y="120240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710" y="0"/>
                </a:moveTo>
                <a:lnTo>
                  <a:pt x="0" y="15710"/>
                </a:lnTo>
                <a:lnTo>
                  <a:pt x="826" y="15710"/>
                </a:lnTo>
                <a:lnTo>
                  <a:pt x="15710" y="827"/>
                </a:lnTo>
                <a:lnTo>
                  <a:pt x="15710" y="0"/>
                </a:lnTo>
                <a:close/>
              </a:path>
            </a:pathLst>
          </a:custGeom>
          <a:solidFill>
            <a:srgbClr val="2441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827" y="14883"/>
                </a:lnTo>
                <a:lnTo>
                  <a:pt x="14884" y="827"/>
                </a:lnTo>
                <a:lnTo>
                  <a:pt x="14884" y="0"/>
                </a:lnTo>
                <a:close/>
              </a:path>
            </a:pathLst>
          </a:custGeom>
          <a:solidFill>
            <a:srgbClr val="2541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7131600" y="1797840"/>
            <a:ext cx="5060520" cy="5060160"/>
          </a:xfrm>
          <a:custGeom>
            <a:avLst/>
            <a:gdLst/>
            <a:ahLst/>
            <a:rect l="0" t="0" r="r" b="b"/>
            <a:pathLst>
              <a:path w="14057" h="14056">
                <a:moveTo>
                  <a:pt x="14057" y="0"/>
                </a:moveTo>
                <a:lnTo>
                  <a:pt x="0" y="14056"/>
                </a:lnTo>
                <a:lnTo>
                  <a:pt x="827" y="14056"/>
                </a:lnTo>
                <a:lnTo>
                  <a:pt x="14057" y="826"/>
                </a:lnTo>
                <a:lnTo>
                  <a:pt x="14057" y="0"/>
                </a:lnTo>
                <a:close/>
              </a:path>
            </a:pathLst>
          </a:custGeom>
          <a:solidFill>
            <a:srgbClr val="2542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827" y="13230"/>
                </a:lnTo>
                <a:lnTo>
                  <a:pt x="13230" y="828"/>
                </a:lnTo>
                <a:lnTo>
                  <a:pt x="13230" y="0"/>
                </a:lnTo>
                <a:close/>
              </a:path>
            </a:pathLst>
          </a:custGeom>
          <a:solidFill>
            <a:srgbClr val="2642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7727040" y="2392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827" y="12403"/>
                </a:lnTo>
                <a:lnTo>
                  <a:pt x="12403" y="827"/>
                </a:lnTo>
                <a:lnTo>
                  <a:pt x="12403" y="0"/>
                </a:lnTo>
                <a:close/>
              </a:path>
            </a:pathLst>
          </a:custGeom>
          <a:solidFill>
            <a:srgbClr val="2643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826" y="11576"/>
                </a:lnTo>
                <a:lnTo>
                  <a:pt x="11576" y="827"/>
                </a:lnTo>
                <a:lnTo>
                  <a:pt x="11576" y="0"/>
                </a:lnTo>
                <a:close/>
              </a:path>
            </a:pathLst>
          </a:custGeom>
          <a:solidFill>
            <a:srgbClr val="2743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8322120" y="2988360"/>
            <a:ext cx="3870000" cy="3869640"/>
          </a:xfrm>
          <a:custGeom>
            <a:avLst/>
            <a:gdLst/>
            <a:ahLst/>
            <a:rect l="0" t="0" r="r" b="b"/>
            <a:pathLst>
              <a:path w="10750" h="10749">
                <a:moveTo>
                  <a:pt x="10750" y="0"/>
                </a:moveTo>
                <a:lnTo>
                  <a:pt x="0" y="10749"/>
                </a:lnTo>
                <a:lnTo>
                  <a:pt x="827" y="10749"/>
                </a:lnTo>
                <a:lnTo>
                  <a:pt x="10750" y="827"/>
                </a:lnTo>
                <a:lnTo>
                  <a:pt x="10750" y="0"/>
                </a:lnTo>
                <a:close/>
              </a:path>
            </a:pathLst>
          </a:custGeom>
          <a:solidFill>
            <a:srgbClr val="2744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827" y="9922"/>
                </a:lnTo>
                <a:lnTo>
                  <a:pt x="9923" y="826"/>
                </a:lnTo>
                <a:lnTo>
                  <a:pt x="9923" y="0"/>
                </a:lnTo>
                <a:close/>
              </a:path>
            </a:pathLst>
          </a:custGeom>
          <a:solidFill>
            <a:srgbClr val="2844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8917560" y="358344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9096" y="0"/>
                </a:moveTo>
                <a:lnTo>
                  <a:pt x="0" y="9096"/>
                </a:lnTo>
                <a:lnTo>
                  <a:pt x="827" y="9096"/>
                </a:lnTo>
                <a:lnTo>
                  <a:pt x="9096" y="827"/>
                </a:lnTo>
                <a:lnTo>
                  <a:pt x="9096" y="0"/>
                </a:lnTo>
                <a:close/>
              </a:path>
            </a:pathLst>
          </a:custGeom>
          <a:solidFill>
            <a:srgbClr val="2845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827" y="8269"/>
                </a:lnTo>
                <a:lnTo>
                  <a:pt x="8269" y="827"/>
                </a:lnTo>
                <a:lnTo>
                  <a:pt x="8269" y="0"/>
                </a:lnTo>
                <a:close/>
              </a:path>
            </a:pathLst>
          </a:custGeom>
          <a:solidFill>
            <a:srgbClr val="2945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9513000" y="4178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827" y="7442"/>
                </a:lnTo>
                <a:lnTo>
                  <a:pt x="7442" y="827"/>
                </a:lnTo>
                <a:lnTo>
                  <a:pt x="7442" y="0"/>
                </a:lnTo>
                <a:close/>
              </a:path>
            </a:pathLst>
          </a:custGeom>
          <a:solidFill>
            <a:srgbClr val="2946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826" y="6615"/>
                </a:lnTo>
                <a:lnTo>
                  <a:pt x="6615" y="827"/>
                </a:lnTo>
                <a:lnTo>
                  <a:pt x="6615" y="0"/>
                </a:lnTo>
                <a:close/>
              </a:path>
            </a:pathLst>
          </a:custGeom>
          <a:solidFill>
            <a:srgbClr val="2946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0108080" y="4774320"/>
            <a:ext cx="2084040" cy="2083680"/>
          </a:xfrm>
          <a:custGeom>
            <a:avLst/>
            <a:gdLst/>
            <a:ahLst/>
            <a:rect l="0" t="0" r="r" b="b"/>
            <a:pathLst>
              <a:path w="5789" h="5788">
                <a:moveTo>
                  <a:pt x="5789" y="0"/>
                </a:moveTo>
                <a:lnTo>
                  <a:pt x="0" y="5788"/>
                </a:lnTo>
                <a:lnTo>
                  <a:pt x="827" y="5788"/>
                </a:lnTo>
                <a:lnTo>
                  <a:pt x="5789" y="827"/>
                </a:lnTo>
                <a:lnTo>
                  <a:pt x="5789" y="0"/>
                </a:lnTo>
                <a:close/>
              </a:path>
            </a:pathLst>
          </a:custGeom>
          <a:solidFill>
            <a:srgbClr val="2A47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827" y="4961"/>
                </a:lnTo>
                <a:lnTo>
                  <a:pt x="4962" y="826"/>
                </a:lnTo>
                <a:lnTo>
                  <a:pt x="4962" y="0"/>
                </a:lnTo>
                <a:close/>
              </a:path>
            </a:pathLst>
          </a:custGeom>
          <a:solidFill>
            <a:srgbClr val="2A47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0703520" y="536940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4135" y="0"/>
                </a:moveTo>
                <a:lnTo>
                  <a:pt x="0" y="4135"/>
                </a:lnTo>
                <a:lnTo>
                  <a:pt x="827" y="4135"/>
                </a:lnTo>
                <a:lnTo>
                  <a:pt x="4135" y="827"/>
                </a:lnTo>
                <a:lnTo>
                  <a:pt x="4135" y="0"/>
                </a:lnTo>
                <a:close/>
              </a:path>
            </a:pathLst>
          </a:custGeom>
          <a:solidFill>
            <a:srgbClr val="2B48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827" y="3308"/>
                </a:lnTo>
                <a:lnTo>
                  <a:pt x="3308" y="827"/>
                </a:lnTo>
                <a:lnTo>
                  <a:pt x="3308" y="0"/>
                </a:lnTo>
                <a:close/>
              </a:path>
            </a:pathLst>
          </a:custGeom>
          <a:solidFill>
            <a:srgbClr val="2B48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1298960" y="5964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827" y="2481"/>
                </a:lnTo>
                <a:lnTo>
                  <a:pt x="2481" y="827"/>
                </a:lnTo>
                <a:lnTo>
                  <a:pt x="2481" y="0"/>
                </a:lnTo>
                <a:close/>
              </a:path>
            </a:pathLst>
          </a:custGeom>
          <a:solidFill>
            <a:srgbClr val="2C49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827" y="1654"/>
                </a:lnTo>
                <a:lnTo>
                  <a:pt x="1654" y="827"/>
                </a:lnTo>
                <a:lnTo>
                  <a:pt x="1654" y="0"/>
                </a:lnTo>
                <a:close/>
              </a:path>
            </a:pathLst>
          </a:custGeom>
          <a:solidFill>
            <a:srgbClr val="2C49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1894040" y="6560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828" y="0"/>
                </a:moveTo>
                <a:lnTo>
                  <a:pt x="0" y="827"/>
                </a:lnTo>
                <a:lnTo>
                  <a:pt x="828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2D4A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057560" y="2962080"/>
            <a:ext cx="4077000" cy="28800"/>
          </a:xfrm>
          <a:custGeom>
            <a:avLst/>
            <a:gdLst/>
            <a:ahLst/>
            <a:rect l="0" t="0" r="r" b="b"/>
            <a:pathLst>
              <a:path w="11325" h="80">
                <a:moveTo>
                  <a:pt x="0" y="0"/>
                </a:moveTo>
                <a:lnTo>
                  <a:pt x="11325" y="0"/>
                </a:lnTo>
                <a:lnTo>
                  <a:pt x="11325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057920" y="2390040"/>
            <a:ext cx="415620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Opening the Black Box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870920" y="3392280"/>
            <a:ext cx="848052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CBD5E0"/>
                </a:solidFill>
                <a:effectLst/>
                <a:uFillTx/>
                <a:latin typeface="HelveticaNeue"/>
                <a:ea typeface="HelveticaNeue"/>
              </a:rPr>
              <a:t>Mechanistic Interpretability for AI Agent Tool Selection Using Sparse Autoencoders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534560" y="3943080"/>
            <a:ext cx="3126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Hannes Hapke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 with </a:t>
            </a: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David Cardozo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192280" y="4228560"/>
            <a:ext cx="18079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575 Lab, Dataiku Inc.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6880" y="56880"/>
            <a:ext cx="12078000" cy="6744240"/>
          </a:xfrm>
          <a:custGeom>
            <a:avLst/>
            <a:gdLst/>
            <a:ahLst/>
            <a:rect l="0" t="0" r="r" b="b"/>
            <a:pathLst>
              <a:path w="33550" h="18734">
                <a:moveTo>
                  <a:pt x="0" y="18734"/>
                </a:moveTo>
                <a:lnTo>
                  <a:pt x="0" y="0"/>
                </a:lnTo>
                <a:lnTo>
                  <a:pt x="33550" y="0"/>
                </a:lnTo>
                <a:lnTo>
                  <a:pt x="33550" y="18734"/>
                </a:lnTo>
                <a:lnTo>
                  <a:pt x="0" y="18734"/>
                </a:lnTo>
                <a:moveTo>
                  <a:pt x="106" y="18628"/>
                </a:moveTo>
                <a:lnTo>
                  <a:pt x="106" y="106"/>
                </a:lnTo>
                <a:lnTo>
                  <a:pt x="33445" y="106"/>
                </a:lnTo>
                <a:lnTo>
                  <a:pt x="33445" y="18628"/>
                </a:lnTo>
                <a:lnTo>
                  <a:pt x="106" y="18628"/>
                </a:lnTo>
                <a:close/>
              </a:path>
            </a:pathLst>
          </a:custGeom>
          <a:solidFill>
            <a:srgbClr val="C530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6880" y="56880"/>
            <a:ext cx="12078000" cy="6744240"/>
          </a:xfrm>
          <a:custGeom>
            <a:avLst/>
            <a:gdLst/>
            <a:ahLst/>
            <a:rect l="0" t="0" r="r" b="b"/>
            <a:pathLst>
              <a:path w="33550" h="18734">
                <a:moveTo>
                  <a:pt x="0" y="18734"/>
                </a:moveTo>
                <a:lnTo>
                  <a:pt x="0" y="0"/>
                </a:lnTo>
                <a:lnTo>
                  <a:pt x="33550" y="0"/>
                </a:lnTo>
                <a:lnTo>
                  <a:pt x="33550" y="18734"/>
                </a:lnTo>
                <a:lnTo>
                  <a:pt x="0" y="18734"/>
                </a:lnTo>
                <a:moveTo>
                  <a:pt x="53" y="18681"/>
                </a:moveTo>
                <a:lnTo>
                  <a:pt x="53" y="53"/>
                </a:lnTo>
                <a:lnTo>
                  <a:pt x="33497" y="53"/>
                </a:lnTo>
                <a:lnTo>
                  <a:pt x="33497" y="18681"/>
                </a:lnTo>
                <a:lnTo>
                  <a:pt x="53" y="18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8440" y="28440"/>
            <a:ext cx="12135240" cy="6801120"/>
          </a:xfrm>
          <a:custGeom>
            <a:avLst/>
            <a:gdLst/>
            <a:ahLst/>
            <a:rect l="0" t="0" r="r" b="b"/>
            <a:pathLst>
              <a:path w="33709" h="18892">
                <a:moveTo>
                  <a:pt x="0" y="0"/>
                </a:moveTo>
                <a:lnTo>
                  <a:pt x="33709" y="0"/>
                </a:lnTo>
                <a:lnTo>
                  <a:pt x="33709" y="18892"/>
                </a:lnTo>
                <a:lnTo>
                  <a:pt x="0" y="18892"/>
                </a:lnTo>
                <a:lnTo>
                  <a:pt x="0" y="0"/>
                </a:lnTo>
                <a:close/>
              </a:path>
            </a:pathLst>
          </a:custGeom>
          <a:noFill/>
          <a:ln w="56880">
            <a:solidFill>
              <a:srgbClr val="C53030"/>
            </a:solidFill>
            <a:miter/>
          </a:ln>
        </p:spPr>
        <p:txBody>
          <a:bodyPr lIns="28440" tIns="28440" rIns="28440" bIns="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28560" y="2222640"/>
            <a:ext cx="21981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C53030"/>
                </a:solidFill>
                <a:effectLst/>
                <a:uFillTx/>
                <a:latin typeface="HelveticaNeue"/>
                <a:ea typeface="HelveticaNeue"/>
              </a:rPr>
              <a:t>Work in Progress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914040" y="340020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4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1"/>
                  <a:pt x="168" y="151"/>
                  <a:pt x="160" y="159"/>
                </a:cubicBezTo>
                <a:cubicBezTo>
                  <a:pt x="151" y="168"/>
                  <a:pt x="140" y="175"/>
                  <a:pt x="129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8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0"/>
                  <a:pt x="3" y="69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9" y="7"/>
                </a:cubicBezTo>
                <a:cubicBezTo>
                  <a:pt x="140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0"/>
                  <a:pt x="187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28560" y="2801520"/>
            <a:ext cx="5515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These slides are a preview. The ﬁnal version will include: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914040" y="3781080"/>
            <a:ext cx="67320" cy="67320"/>
          </a:xfrm>
          <a:custGeom>
            <a:avLst/>
            <a:gdLst/>
            <a:ahLst/>
            <a:rect l="0" t="0" r="r" b="b"/>
            <a:pathLst>
              <a:path w="187" h="187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1"/>
                  <a:pt x="168" y="151"/>
                  <a:pt x="160" y="160"/>
                </a:cubicBezTo>
                <a:cubicBezTo>
                  <a:pt x="151" y="168"/>
                  <a:pt x="140" y="175"/>
                  <a:pt x="129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8" y="180"/>
                </a:cubicBezTo>
                <a:cubicBezTo>
                  <a:pt x="46" y="175"/>
                  <a:pt x="36" y="168"/>
                  <a:pt x="28" y="160"/>
                </a:cubicBezTo>
                <a:cubicBezTo>
                  <a:pt x="19" y="151"/>
                  <a:pt x="12" y="141"/>
                  <a:pt x="8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8" y="58"/>
                </a:cubicBezTo>
                <a:cubicBezTo>
                  <a:pt x="12" y="46"/>
                  <a:pt x="19" y="36"/>
                  <a:pt x="28" y="28"/>
                </a:cubicBezTo>
                <a:cubicBezTo>
                  <a:pt x="36" y="19"/>
                  <a:pt x="46" y="12"/>
                  <a:pt x="58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9" y="8"/>
                </a:cubicBezTo>
                <a:cubicBezTo>
                  <a:pt x="140" y="12"/>
                  <a:pt x="151" y="19"/>
                  <a:pt x="160" y="28"/>
                </a:cubicBezTo>
                <a:cubicBezTo>
                  <a:pt x="168" y="36"/>
                  <a:pt x="175" y="46"/>
                  <a:pt x="180" y="58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10600" y="3287160"/>
            <a:ext cx="6617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Live demo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of Kiji Inspector integrated with Databricks Agent Bricks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914040" y="4171680"/>
            <a:ext cx="67320" cy="66960"/>
          </a:xfrm>
          <a:custGeom>
            <a:avLst/>
            <a:gdLst/>
            <a:ahLst/>
            <a:rect l="0" t="0" r="r" b="b"/>
            <a:pathLst>
              <a:path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8" y="150"/>
                  <a:pt x="160" y="158"/>
                </a:cubicBezTo>
                <a:cubicBezTo>
                  <a:pt x="151" y="168"/>
                  <a:pt x="140" y="175"/>
                  <a:pt x="129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8"/>
                </a:cubicBezTo>
                <a:cubicBezTo>
                  <a:pt x="19" y="150"/>
                  <a:pt x="12" y="140"/>
                  <a:pt x="8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9" y="7"/>
                </a:cubicBezTo>
                <a:cubicBezTo>
                  <a:pt x="140" y="12"/>
                  <a:pt x="151" y="19"/>
                  <a:pt x="160" y="27"/>
                </a:cubicBezTo>
                <a:cubicBezTo>
                  <a:pt x="168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110600" y="3668040"/>
            <a:ext cx="7137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Broader model support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extending the framework to Llama and Qwen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110600" y="4058640"/>
            <a:ext cx="10485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Larger-scale SAE companions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training SAEs for larger open-source models, where we expect stronger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10600" y="4382640"/>
            <a:ext cx="1268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causal signal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74880" y="641664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590400" y="2638080"/>
            <a:ext cx="11030400" cy="829080"/>
          </a:xfrm>
          <a:custGeom>
            <a:avLst/>
            <a:gdLst/>
            <a:ahLst/>
            <a:rect l="0" t="0" r="r" b="b"/>
            <a:pathLst>
              <a:path w="30640" h="2303">
                <a:moveTo>
                  <a:pt x="0" y="2303"/>
                </a:moveTo>
                <a:lnTo>
                  <a:pt x="0" y="0"/>
                </a:lnTo>
                <a:lnTo>
                  <a:pt x="30534" y="0"/>
                </a:lnTo>
                <a:cubicBezTo>
                  <a:pt x="30548" y="0"/>
                  <a:pt x="30561" y="3"/>
                  <a:pt x="30574" y="9"/>
                </a:cubicBezTo>
                <a:cubicBezTo>
                  <a:pt x="30587" y="14"/>
                  <a:pt x="30599" y="22"/>
                  <a:pt x="30609" y="31"/>
                </a:cubicBezTo>
                <a:cubicBezTo>
                  <a:pt x="30619" y="41"/>
                  <a:pt x="30626" y="53"/>
                  <a:pt x="30632" y="66"/>
                </a:cubicBezTo>
                <a:cubicBezTo>
                  <a:pt x="30637" y="79"/>
                  <a:pt x="30640" y="92"/>
                  <a:pt x="30640" y="106"/>
                </a:cubicBezTo>
                <a:lnTo>
                  <a:pt x="30640" y="2197"/>
                </a:lnTo>
                <a:cubicBezTo>
                  <a:pt x="30640" y="2212"/>
                  <a:pt x="30637" y="2225"/>
                  <a:pt x="30632" y="2238"/>
                </a:cubicBezTo>
                <a:cubicBezTo>
                  <a:pt x="30626" y="2251"/>
                  <a:pt x="30619" y="2262"/>
                  <a:pt x="30609" y="2272"/>
                </a:cubicBezTo>
                <a:cubicBezTo>
                  <a:pt x="30599" y="2282"/>
                  <a:pt x="30587" y="2290"/>
                  <a:pt x="30574" y="2295"/>
                </a:cubicBezTo>
                <a:cubicBezTo>
                  <a:pt x="30561" y="2301"/>
                  <a:pt x="30548" y="2303"/>
                  <a:pt x="30534" y="2303"/>
                </a:cubicBezTo>
                <a:lnTo>
                  <a:pt x="0" y="2303"/>
                </a:lnTo>
                <a:close/>
              </a:path>
            </a:pathLst>
          </a:custGeom>
          <a:solidFill>
            <a:srgbClr val="FF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571320" y="2638080"/>
            <a:ext cx="38520" cy="829080"/>
          </a:xfrm>
          <a:custGeom>
            <a:avLst/>
            <a:gdLst/>
            <a:ahLst/>
            <a:rect l="0" t="0" r="r" b="b"/>
            <a:pathLst>
              <a:path w="107" h="2303">
                <a:moveTo>
                  <a:pt x="0" y="0"/>
                </a:moveTo>
                <a:lnTo>
                  <a:pt x="107" y="0"/>
                </a:lnTo>
                <a:lnTo>
                  <a:pt x="107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1320" y="1279800"/>
            <a:ext cx="49140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The Problem: Opaque Agent Decisions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71320" y="1858320"/>
            <a:ext cx="10605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AI agents autonomously select tools (databases, web search, code execution, ...) based on natural language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71320" y="2191680"/>
            <a:ext cx="207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requests -- but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why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99920" y="2781360"/>
            <a:ext cx="50000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"Find information about </a:t>
            </a:r>
            <a:r>
              <a:rPr lang="en-US" sz="1580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our company's</a:t>
            </a:r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API rate limits."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99920" y="3095640"/>
            <a:ext cx="200520" cy="22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000080" y="3086280"/>
            <a:ext cx="4049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Internal docs search? Or public web search?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571320" y="3648960"/>
            <a:ext cx="5393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Current approaches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fail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to provide mechanistic insight: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09640" y="4134960"/>
            <a:ext cx="6950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Prompt engineering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reveals correlations, not causal mechanisms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09640" y="4515840"/>
            <a:ext cx="6548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Behavioral testing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characterizes inputs/outputs, not internals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110200" y="4933800"/>
            <a:ext cx="170640" cy="238680"/>
          </a:xfrm>
          <a:custGeom>
            <a:avLst/>
            <a:gdLst/>
            <a:ahLst/>
            <a:rect l="0" t="0" r="r" b="b"/>
            <a:pathLst>
              <a:path w="474" h="663">
                <a:moveTo>
                  <a:pt x="64" y="661"/>
                </a:moveTo>
                <a:cubicBezTo>
                  <a:pt x="62" y="660"/>
                  <a:pt x="61" y="658"/>
                  <a:pt x="60" y="655"/>
                </a:cubicBezTo>
                <a:cubicBezTo>
                  <a:pt x="60" y="653"/>
                  <a:pt x="59" y="651"/>
                  <a:pt x="59" y="650"/>
                </a:cubicBezTo>
                <a:cubicBezTo>
                  <a:pt x="59" y="647"/>
                  <a:pt x="60" y="644"/>
                  <a:pt x="62" y="640"/>
                </a:cubicBezTo>
                <a:lnTo>
                  <a:pt x="177" y="415"/>
                </a:lnTo>
                <a:lnTo>
                  <a:pt x="10" y="415"/>
                </a:lnTo>
                <a:cubicBezTo>
                  <a:pt x="3" y="411"/>
                  <a:pt x="0" y="407"/>
                  <a:pt x="0" y="400"/>
                </a:cubicBezTo>
                <a:cubicBezTo>
                  <a:pt x="0" y="393"/>
                  <a:pt x="3" y="389"/>
                  <a:pt x="11" y="386"/>
                </a:cubicBezTo>
                <a:lnTo>
                  <a:pt x="192" y="386"/>
                </a:lnTo>
                <a:lnTo>
                  <a:pt x="250" y="277"/>
                </a:lnTo>
                <a:lnTo>
                  <a:pt x="11" y="277"/>
                </a:lnTo>
                <a:cubicBezTo>
                  <a:pt x="3" y="274"/>
                  <a:pt x="0" y="270"/>
                  <a:pt x="0" y="262"/>
                </a:cubicBezTo>
                <a:cubicBezTo>
                  <a:pt x="0" y="256"/>
                  <a:pt x="3" y="252"/>
                  <a:pt x="10" y="248"/>
                </a:cubicBezTo>
                <a:lnTo>
                  <a:pt x="264" y="248"/>
                </a:lnTo>
                <a:cubicBezTo>
                  <a:pt x="345" y="89"/>
                  <a:pt x="387" y="9"/>
                  <a:pt x="389" y="6"/>
                </a:cubicBezTo>
                <a:cubicBezTo>
                  <a:pt x="390" y="2"/>
                  <a:pt x="394" y="0"/>
                  <a:pt x="400" y="0"/>
                </a:cubicBezTo>
                <a:cubicBezTo>
                  <a:pt x="404" y="0"/>
                  <a:pt x="407" y="1"/>
                  <a:pt x="409" y="3"/>
                </a:cubicBezTo>
                <a:cubicBezTo>
                  <a:pt x="411" y="5"/>
                  <a:pt x="413" y="7"/>
                  <a:pt x="413" y="9"/>
                </a:cubicBezTo>
                <a:cubicBezTo>
                  <a:pt x="414" y="12"/>
                  <a:pt x="414" y="13"/>
                  <a:pt x="415" y="14"/>
                </a:cubicBezTo>
                <a:cubicBezTo>
                  <a:pt x="415" y="16"/>
                  <a:pt x="375" y="94"/>
                  <a:pt x="296" y="248"/>
                </a:cubicBezTo>
                <a:lnTo>
                  <a:pt x="464" y="248"/>
                </a:lnTo>
                <a:cubicBezTo>
                  <a:pt x="471" y="252"/>
                  <a:pt x="474" y="257"/>
                  <a:pt x="474" y="262"/>
                </a:cubicBezTo>
                <a:cubicBezTo>
                  <a:pt x="474" y="268"/>
                  <a:pt x="471" y="272"/>
                  <a:pt x="464" y="276"/>
                </a:cubicBezTo>
                <a:lnTo>
                  <a:pt x="282" y="277"/>
                </a:lnTo>
                <a:lnTo>
                  <a:pt x="224" y="386"/>
                </a:lnTo>
                <a:lnTo>
                  <a:pt x="464" y="386"/>
                </a:lnTo>
                <a:cubicBezTo>
                  <a:pt x="471" y="391"/>
                  <a:pt x="474" y="396"/>
                  <a:pt x="474" y="400"/>
                </a:cubicBezTo>
                <a:cubicBezTo>
                  <a:pt x="474" y="407"/>
                  <a:pt x="471" y="411"/>
                  <a:pt x="464" y="415"/>
                </a:cubicBezTo>
                <a:lnTo>
                  <a:pt x="209" y="415"/>
                </a:lnTo>
                <a:cubicBezTo>
                  <a:pt x="126" y="578"/>
                  <a:pt x="83" y="660"/>
                  <a:pt x="81" y="661"/>
                </a:cubicBezTo>
                <a:cubicBezTo>
                  <a:pt x="79" y="662"/>
                  <a:pt x="76" y="663"/>
                  <a:pt x="73" y="663"/>
                </a:cubicBezTo>
                <a:cubicBezTo>
                  <a:pt x="70" y="663"/>
                  <a:pt x="67" y="662"/>
                  <a:pt x="64" y="661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09640" y="4906440"/>
            <a:ext cx="4296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Chain-of-thought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plausible narratives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297760" y="4906440"/>
            <a:ext cx="1740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true computation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71320" y="5382720"/>
            <a:ext cx="3450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We need to look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inside the model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71320" y="1203480"/>
            <a:ext cx="213444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Our Contribution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71320" y="1782000"/>
            <a:ext cx="6025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A complete, open-source pipeline for agent explainability: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09640" y="2268000"/>
            <a:ext cx="10495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SAE training workﬂow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train sparse autoencoders to decompose agentic tool-selection decisions into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053360" y="2591640"/>
            <a:ext cx="2089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interpretable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809640" y="2982240"/>
            <a:ext cx="9894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Contrastive dataset generation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synthesize semantically similar prompt pairs that isolate subtle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053360" y="3306240"/>
            <a:ext cx="2943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diﬀerences driving tool choice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809640" y="3696840"/>
            <a:ext cx="10665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Model-agnostic framework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applicable to any open-source LLM; demonstrated on NVIDIA Nemotron-3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53360" y="4020480"/>
            <a:ext cx="1183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Nano/Super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57160" y="5095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6"/>
                  <a:pt x="140" y="173"/>
                  <a:pt x="129" y="178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71320" y="4506480"/>
            <a:ext cx="46458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Production-ready tooling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fully open source: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053360" y="4982400"/>
            <a:ext cx="8470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SAE training framework  |  vLLM patch for activation extraction  |  SAE inference server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390320" y="5724360"/>
            <a:ext cx="3229560" cy="9720"/>
          </a:xfrm>
          <a:custGeom>
            <a:avLst/>
            <a:gdLst/>
            <a:ahLst/>
            <a:rect l="0" t="0" r="r" b="b"/>
            <a:pathLst>
              <a:path w="8971" h="27">
                <a:moveTo>
                  <a:pt x="0" y="0"/>
                </a:moveTo>
                <a:lnTo>
                  <a:pt x="8971" y="0"/>
                </a:lnTo>
                <a:lnTo>
                  <a:pt x="89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71320" y="5468400"/>
            <a:ext cx="4053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GitHub: </a:t>
            </a:r>
            <a:r>
              <a:rPr lang="en-US" sz="1729" b="0" u="none" strike="noStrike">
                <a:solidFill>
                  <a:srgbClr val="2D4A7A"/>
                </a:solidFill>
                <a:effectLst/>
                <a:uFillTx/>
                <a:latin typeface="HelveticaNeue"/>
                <a:ea typeface="HelveticaNeue"/>
              </a:rPr>
              <a:t>github.com/dataiku/kiji-inspector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71320" y="1917720"/>
            <a:ext cx="18187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What's Novel?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809640" y="2496600"/>
            <a:ext cx="9437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Decision token extraction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capture activations at the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precise moment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of tool commitment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809640" y="2982240"/>
            <a:ext cx="100965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Contrastive pairs as post-hoc probes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SAE learns the model's natural vocabulary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unsupervised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;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053360" y="3306240"/>
            <a:ext cx="41950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contrastive pairs are statistical probes only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809640" y="3791880"/>
            <a:ext cx="10641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Token-level fuzzing evaluation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adapted from Eleuther AI's autointerp; catches labels that are "right for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053360" y="4115880"/>
            <a:ext cx="1914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 wrong reasons"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809640" y="4601520"/>
            <a:ext cx="8990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Causal validation via feature ablation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zeroing features and measuring prediction ﬂips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1571760" y="1133640"/>
            <a:ext cx="9048240" cy="44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 txBox="1"/>
          <p:nvPr/>
        </p:nvSpPr>
        <p:spPr>
          <a:xfrm>
            <a:off x="571320" y="584280"/>
            <a:ext cx="39747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Our Complete Training Pipeline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71320" y="5754240"/>
            <a:ext cx="105372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Contrastive pairs are generated and encoded by the subject model. The SAE is trained unsupervised on the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571320" y="6087600"/>
            <a:ext cx="7877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extracted activations; contrastive pairs serve only as post-hoc statistical probes.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1571760" y="1380960"/>
            <a:ext cx="9048240" cy="42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571320" y="822600"/>
            <a:ext cx="25596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Our Inference Setup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71320" y="5839920"/>
            <a:ext cx="7199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Seven steps from raw prompts to human-readable decision explanations.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"/>
          <p:cNvPicPr/>
          <p:nvPr/>
        </p:nvPicPr>
        <p:blipFill>
          <a:blip r:embed="rId1"/>
          <a:stretch/>
        </p:blipFill>
        <p:spPr>
          <a:xfrm>
            <a:off x="1571760" y="1038240"/>
            <a:ext cx="9048240" cy="47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"/>
          <p:cNvSpPr txBox="1"/>
          <p:nvPr/>
        </p:nvSpPr>
        <p:spPr>
          <a:xfrm>
            <a:off x="571320" y="488880"/>
            <a:ext cx="392724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Nemotron-3 Nano Architecture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71320" y="5992200"/>
            <a:ext cx="10634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Hybrid Mamba2-Transformer MoE with 52 layers. We extract activations at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layer 20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(GQA Attention), the last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71320" y="6325560"/>
            <a:ext cx="3841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dense layer before the next MoE block.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9" name=""/>
          <p:cNvPicPr/>
          <p:nvPr/>
        </p:nvPicPr>
        <p:blipFill>
          <a:blip r:embed="rId1"/>
          <a:stretch/>
        </p:blipFill>
        <p:spPr>
          <a:xfrm>
            <a:off x="1571760" y="1047600"/>
            <a:ext cx="9048240" cy="460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"/>
          <p:cNvSpPr txBox="1"/>
          <p:nvPr/>
        </p:nvSpPr>
        <p:spPr>
          <a:xfrm>
            <a:off x="571320" y="498600"/>
            <a:ext cx="4174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PyTorch SAE Model Architecture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571320" y="5839920"/>
            <a:ext cx="11073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Encoder projects 4,096-dim input to 16,384 sparse features via JumpReLU with learnable per-feature thresholds.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71320" y="6173280"/>
            <a:ext cx="8236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Decoder reconstructs with unit-norm columns. Shared bias b_dec centers the input.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832120" y="6473880"/>
            <a:ext cx="1328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90400" y="2462040"/>
            <a:ext cx="11025360" cy="562320"/>
          </a:xfrm>
          <a:custGeom>
            <a:avLst/>
            <a:gdLst/>
            <a:ahLst/>
            <a:rect l="0" t="0" r="r" b="b"/>
            <a:pathLst>
              <a:path w="30626" h="1562">
                <a:moveTo>
                  <a:pt x="0" y="1416"/>
                </a:moveTo>
                <a:lnTo>
                  <a:pt x="0" y="145"/>
                </a:lnTo>
                <a:cubicBezTo>
                  <a:pt x="0" y="126"/>
                  <a:pt x="3" y="108"/>
                  <a:pt x="8" y="90"/>
                </a:cubicBezTo>
                <a:cubicBezTo>
                  <a:pt x="13" y="72"/>
                  <a:pt x="21" y="56"/>
                  <a:pt x="31" y="43"/>
                </a:cubicBezTo>
                <a:cubicBezTo>
                  <a:pt x="41" y="29"/>
                  <a:pt x="52" y="18"/>
                  <a:pt x="65" y="11"/>
                </a:cubicBezTo>
                <a:cubicBezTo>
                  <a:pt x="78" y="4"/>
                  <a:pt x="92" y="0"/>
                  <a:pt x="106" y="0"/>
                </a:cubicBezTo>
                <a:lnTo>
                  <a:pt x="30481" y="0"/>
                </a:lnTo>
                <a:cubicBezTo>
                  <a:pt x="30490" y="0"/>
                  <a:pt x="30500" y="1"/>
                  <a:pt x="30509" y="3"/>
                </a:cubicBezTo>
                <a:cubicBezTo>
                  <a:pt x="30519" y="5"/>
                  <a:pt x="30528" y="7"/>
                  <a:pt x="30537" y="11"/>
                </a:cubicBezTo>
                <a:cubicBezTo>
                  <a:pt x="30545" y="15"/>
                  <a:pt x="30554" y="19"/>
                  <a:pt x="30562" y="25"/>
                </a:cubicBezTo>
                <a:cubicBezTo>
                  <a:pt x="30570" y="30"/>
                  <a:pt x="30577" y="36"/>
                  <a:pt x="30584" y="43"/>
                </a:cubicBezTo>
                <a:cubicBezTo>
                  <a:pt x="30591" y="49"/>
                  <a:pt x="30597" y="57"/>
                  <a:pt x="30602" y="65"/>
                </a:cubicBezTo>
                <a:cubicBezTo>
                  <a:pt x="30607" y="73"/>
                  <a:pt x="30612" y="81"/>
                  <a:pt x="30615" y="90"/>
                </a:cubicBezTo>
                <a:cubicBezTo>
                  <a:pt x="30619" y="99"/>
                  <a:pt x="30622" y="108"/>
                  <a:pt x="30624" y="117"/>
                </a:cubicBezTo>
                <a:cubicBezTo>
                  <a:pt x="30625" y="126"/>
                  <a:pt x="30626" y="136"/>
                  <a:pt x="30626" y="145"/>
                </a:cubicBezTo>
                <a:lnTo>
                  <a:pt x="30626" y="1416"/>
                </a:lnTo>
                <a:cubicBezTo>
                  <a:pt x="30626" y="1426"/>
                  <a:pt x="30625" y="1436"/>
                  <a:pt x="30624" y="1445"/>
                </a:cubicBezTo>
                <a:cubicBezTo>
                  <a:pt x="30622" y="1454"/>
                  <a:pt x="30619" y="1463"/>
                  <a:pt x="30615" y="1472"/>
                </a:cubicBezTo>
                <a:cubicBezTo>
                  <a:pt x="30612" y="1481"/>
                  <a:pt x="30607" y="1489"/>
                  <a:pt x="30602" y="1497"/>
                </a:cubicBezTo>
                <a:cubicBezTo>
                  <a:pt x="30597" y="1505"/>
                  <a:pt x="30591" y="1513"/>
                  <a:pt x="30584" y="1519"/>
                </a:cubicBezTo>
                <a:cubicBezTo>
                  <a:pt x="30577" y="1526"/>
                  <a:pt x="30570" y="1532"/>
                  <a:pt x="30562" y="1537"/>
                </a:cubicBezTo>
                <a:cubicBezTo>
                  <a:pt x="30554" y="1543"/>
                  <a:pt x="30545" y="1547"/>
                  <a:pt x="30537" y="1551"/>
                </a:cubicBezTo>
                <a:cubicBezTo>
                  <a:pt x="30528" y="1555"/>
                  <a:pt x="30519" y="1557"/>
                  <a:pt x="30509" y="1559"/>
                </a:cubicBezTo>
                <a:cubicBezTo>
                  <a:pt x="30500" y="1561"/>
                  <a:pt x="30490" y="1562"/>
                  <a:pt x="30481" y="1562"/>
                </a:cubicBezTo>
                <a:lnTo>
                  <a:pt x="106" y="1562"/>
                </a:lnTo>
                <a:cubicBezTo>
                  <a:pt x="92" y="1562"/>
                  <a:pt x="78" y="1558"/>
                  <a:pt x="65" y="1551"/>
                </a:cubicBezTo>
                <a:cubicBezTo>
                  <a:pt x="52" y="1544"/>
                  <a:pt x="41" y="1533"/>
                  <a:pt x="31" y="1519"/>
                </a:cubicBezTo>
                <a:cubicBezTo>
                  <a:pt x="21" y="1506"/>
                  <a:pt x="13" y="1490"/>
                  <a:pt x="8" y="1472"/>
                </a:cubicBezTo>
                <a:cubicBezTo>
                  <a:pt x="3" y="1454"/>
                  <a:pt x="0" y="1436"/>
                  <a:pt x="0" y="1416"/>
                </a:cubicBez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21360" y="2466720"/>
            <a:ext cx="10976400" cy="24120"/>
          </a:xfrm>
          <a:custGeom>
            <a:avLst/>
            <a:gdLst/>
            <a:ahLst/>
            <a:rect l="0" t="0" r="r" b="b"/>
            <a:pathLst>
              <a:path w="30490" h="67">
                <a:moveTo>
                  <a:pt x="30464" y="67"/>
                </a:moveTo>
                <a:lnTo>
                  <a:pt x="229" y="67"/>
                </a:lnTo>
                <a:lnTo>
                  <a:pt x="0" y="9"/>
                </a:lnTo>
                <a:cubicBezTo>
                  <a:pt x="6" y="3"/>
                  <a:pt x="13" y="0"/>
                  <a:pt x="20" y="0"/>
                </a:cubicBezTo>
                <a:lnTo>
                  <a:pt x="30395" y="0"/>
                </a:lnTo>
                <a:cubicBezTo>
                  <a:pt x="30431" y="0"/>
                  <a:pt x="30463" y="13"/>
                  <a:pt x="30488" y="39"/>
                </a:cubicBezTo>
                <a:cubicBezTo>
                  <a:pt x="30489" y="39"/>
                  <a:pt x="30489" y="40"/>
                  <a:pt x="30490" y="40"/>
                </a:cubicBezTo>
                <a:lnTo>
                  <a:pt x="30464" y="6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21360" y="2995560"/>
            <a:ext cx="10976400" cy="24120"/>
          </a:xfrm>
          <a:custGeom>
            <a:avLst/>
            <a:gdLst/>
            <a:ahLst/>
            <a:rect l="0" t="0" r="r" b="b"/>
            <a:pathLst>
              <a:path w="30490" h="67">
                <a:moveTo>
                  <a:pt x="229" y="0"/>
                </a:moveTo>
                <a:lnTo>
                  <a:pt x="30464" y="0"/>
                </a:lnTo>
                <a:lnTo>
                  <a:pt x="30490" y="26"/>
                </a:lnTo>
                <a:cubicBezTo>
                  <a:pt x="30489" y="26"/>
                  <a:pt x="30489" y="27"/>
                  <a:pt x="30488" y="27"/>
                </a:cubicBezTo>
                <a:cubicBezTo>
                  <a:pt x="30463" y="54"/>
                  <a:pt x="30431" y="67"/>
                  <a:pt x="30395" y="67"/>
                </a:cubicBezTo>
                <a:lnTo>
                  <a:pt x="20" y="67"/>
                </a:lnTo>
                <a:cubicBezTo>
                  <a:pt x="13" y="67"/>
                  <a:pt x="6" y="64"/>
                  <a:pt x="0" y="58"/>
                </a:cubicBezTo>
                <a:lnTo>
                  <a:pt x="229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1586960" y="2480760"/>
            <a:ext cx="24120" cy="524880"/>
          </a:xfrm>
          <a:custGeom>
            <a:avLst/>
            <a:gdLst/>
            <a:ahLst/>
            <a:rect l="0" t="0" r="r" b="b"/>
            <a:pathLst>
              <a:path w="67" h="1458">
                <a:moveTo>
                  <a:pt x="0" y="1431"/>
                </a:moveTo>
                <a:lnTo>
                  <a:pt x="0" y="27"/>
                </a:lnTo>
                <a:lnTo>
                  <a:pt x="27" y="0"/>
                </a:lnTo>
                <a:cubicBezTo>
                  <a:pt x="53" y="26"/>
                  <a:pt x="67" y="57"/>
                  <a:pt x="67" y="93"/>
                </a:cubicBezTo>
                <a:lnTo>
                  <a:pt x="67" y="1364"/>
                </a:lnTo>
                <a:cubicBezTo>
                  <a:pt x="67" y="1401"/>
                  <a:pt x="53" y="1432"/>
                  <a:pt x="27" y="1458"/>
                </a:cubicBezTo>
                <a:lnTo>
                  <a:pt x="0" y="1431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09480" y="2469960"/>
            <a:ext cx="17640" cy="546480"/>
          </a:xfrm>
          <a:custGeom>
            <a:avLst/>
            <a:gdLst/>
            <a:ahLst/>
            <a:rect l="0" t="0" r="r" b="b"/>
            <a:pathLst>
              <a:path w="49" h="1518">
                <a:moveTo>
                  <a:pt x="49" y="3"/>
                </a:moveTo>
                <a:lnTo>
                  <a:pt x="49" y="1515"/>
                </a:lnTo>
                <a:lnTo>
                  <a:pt x="35" y="1518"/>
                </a:lnTo>
                <a:cubicBezTo>
                  <a:pt x="28" y="1512"/>
                  <a:pt x="22" y="1502"/>
                  <a:pt x="16" y="1488"/>
                </a:cubicBezTo>
                <a:cubicBezTo>
                  <a:pt x="5" y="1461"/>
                  <a:pt x="0" y="1430"/>
                  <a:pt x="0" y="1393"/>
                </a:cubicBezTo>
                <a:lnTo>
                  <a:pt x="0" y="123"/>
                </a:lnTo>
                <a:cubicBezTo>
                  <a:pt x="0" y="87"/>
                  <a:pt x="5" y="56"/>
                  <a:pt x="16" y="30"/>
                </a:cubicBezTo>
                <a:cubicBezTo>
                  <a:pt x="22" y="16"/>
                  <a:pt x="28" y="6"/>
                  <a:pt x="35" y="0"/>
                </a:cubicBezTo>
                <a:lnTo>
                  <a:pt x="49" y="3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71320" y="1432080"/>
            <a:ext cx="33487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Decision Token Extraction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71320" y="2010600"/>
            <a:ext cx="3407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Every formatted prompt ends with: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99920" y="2640600"/>
            <a:ext cx="2723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E2E8F0"/>
                </a:solidFill>
                <a:effectLst/>
                <a:uFillTx/>
                <a:latin typeface="Menlo"/>
                <a:ea typeface="Menlo"/>
              </a:rPr>
              <a:t>&lt;|assistant|&gt; I'll use the '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71320" y="3210840"/>
            <a:ext cx="10903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 hidden state at this ﬁnal token is the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decision token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the model's internal state at the moment it commits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857160" y="41335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2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71320" y="3544200"/>
            <a:ext cx="1472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to a tool name.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857160" y="4524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1053360" y="4020480"/>
            <a:ext cx="7264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Activations extracted at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layer 20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of Nemotron-3-Nano-30B (54-layer MoE)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57160" y="4905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4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053360" y="4411080"/>
            <a:ext cx="2452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Hidden dimension: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4,096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857160" y="52956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8"/>
                </a:cubicBezTo>
                <a:cubicBezTo>
                  <a:pt x="150" y="167"/>
                  <a:pt x="140" y="174"/>
                  <a:pt x="129" y="178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78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053360" y="4791960"/>
            <a:ext cx="492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Batched extraction with left-padding for alignment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053360" y="5182560"/>
            <a:ext cx="6017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Dataset: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1,000,000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activation vectors (500K contrastive pairs)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80680" y="2543040"/>
            <a:ext cx="1819800" cy="428760"/>
          </a:xfrm>
          <a:custGeom>
            <a:avLst/>
            <a:gdLst/>
            <a:ahLst/>
            <a:rect l="0" t="0" r="r" b="b"/>
            <a:pathLst>
              <a:path w="5055" h="1191">
                <a:moveTo>
                  <a:pt x="0" y="0"/>
                </a:moveTo>
                <a:lnTo>
                  <a:pt x="5055" y="0"/>
                </a:lnTo>
                <a:lnTo>
                  <a:pt x="505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400120" y="2543040"/>
            <a:ext cx="4505760" cy="428760"/>
          </a:xfrm>
          <a:custGeom>
            <a:avLst/>
            <a:gdLst/>
            <a:ahLst/>
            <a:rect l="0" t="0" r="r" b="b"/>
            <a:pathLst>
              <a:path w="12516" h="1191">
                <a:moveTo>
                  <a:pt x="0" y="0"/>
                </a:moveTo>
                <a:lnTo>
                  <a:pt x="12516" y="0"/>
                </a:lnTo>
                <a:lnTo>
                  <a:pt x="1251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905520" y="2543040"/>
            <a:ext cx="4715280" cy="428760"/>
          </a:xfrm>
          <a:custGeom>
            <a:avLst/>
            <a:gdLst/>
            <a:ahLst/>
            <a:rect l="0" t="0" r="r" b="b"/>
            <a:pathLst>
              <a:path w="13098" h="1191">
                <a:moveTo>
                  <a:pt x="0" y="0"/>
                </a:moveTo>
                <a:lnTo>
                  <a:pt x="13098" y="0"/>
                </a:lnTo>
                <a:lnTo>
                  <a:pt x="1309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80680" y="2543040"/>
            <a:ext cx="1819800" cy="428760"/>
          </a:xfrm>
          <a:custGeom>
            <a:avLst/>
            <a:gdLst/>
            <a:ahLst/>
            <a:rect l="0" t="0" r="r" b="b"/>
            <a:pathLst>
              <a:path w="5055" h="1191">
                <a:moveTo>
                  <a:pt x="0" y="0"/>
                </a:moveTo>
                <a:lnTo>
                  <a:pt x="5055" y="0"/>
                </a:lnTo>
                <a:lnTo>
                  <a:pt x="505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400120" y="2543040"/>
            <a:ext cx="4505760" cy="428760"/>
          </a:xfrm>
          <a:custGeom>
            <a:avLst/>
            <a:gdLst/>
            <a:ahLst/>
            <a:rect l="0" t="0" r="r" b="b"/>
            <a:pathLst>
              <a:path w="12516" h="1191">
                <a:moveTo>
                  <a:pt x="0" y="0"/>
                </a:moveTo>
                <a:lnTo>
                  <a:pt x="12516" y="0"/>
                </a:lnTo>
                <a:lnTo>
                  <a:pt x="1251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6905520" y="2543040"/>
            <a:ext cx="4715280" cy="428760"/>
          </a:xfrm>
          <a:custGeom>
            <a:avLst/>
            <a:gdLst/>
            <a:ahLst/>
            <a:rect l="0" t="0" r="r" b="b"/>
            <a:pathLst>
              <a:path w="13098" h="1191">
                <a:moveTo>
                  <a:pt x="0" y="0"/>
                </a:moveTo>
                <a:lnTo>
                  <a:pt x="13098" y="0"/>
                </a:lnTo>
                <a:lnTo>
                  <a:pt x="1309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80680" y="2971440"/>
            <a:ext cx="1819800" cy="667440"/>
          </a:xfrm>
          <a:custGeom>
            <a:avLst/>
            <a:gdLst/>
            <a:ahLst/>
            <a:rect l="0" t="0" r="r" b="b"/>
            <a:pathLst>
              <a:path w="5055" h="1854">
                <a:moveTo>
                  <a:pt x="0" y="0"/>
                </a:moveTo>
                <a:lnTo>
                  <a:pt x="5055" y="0"/>
                </a:lnTo>
                <a:lnTo>
                  <a:pt x="5055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400120" y="2971440"/>
            <a:ext cx="4505760" cy="667440"/>
          </a:xfrm>
          <a:custGeom>
            <a:avLst/>
            <a:gdLst/>
            <a:ahLst/>
            <a:rect l="0" t="0" r="r" b="b"/>
            <a:pathLst>
              <a:path w="12516" h="1854">
                <a:moveTo>
                  <a:pt x="0" y="0"/>
                </a:moveTo>
                <a:lnTo>
                  <a:pt x="12516" y="0"/>
                </a:lnTo>
                <a:lnTo>
                  <a:pt x="12516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905520" y="2971440"/>
            <a:ext cx="4715280" cy="667440"/>
          </a:xfrm>
          <a:custGeom>
            <a:avLst/>
            <a:gdLst/>
            <a:ahLst/>
            <a:rect l="0" t="0" r="r" b="b"/>
            <a:pathLst>
              <a:path w="13098" h="1854">
                <a:moveTo>
                  <a:pt x="0" y="0"/>
                </a:moveTo>
                <a:lnTo>
                  <a:pt x="13098" y="0"/>
                </a:lnTo>
                <a:lnTo>
                  <a:pt x="13098" y="1854"/>
                </a:lnTo>
                <a:lnTo>
                  <a:pt x="0" y="18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80680" y="3638520"/>
            <a:ext cx="1819800" cy="667080"/>
          </a:xfrm>
          <a:custGeom>
            <a:avLst/>
            <a:gdLst/>
            <a:ahLst/>
            <a:rect l="0" t="0" r="r" b="b"/>
            <a:pathLst>
              <a:path w="5055" h="1853">
                <a:moveTo>
                  <a:pt x="0" y="0"/>
                </a:moveTo>
                <a:lnTo>
                  <a:pt x="5055" y="0"/>
                </a:lnTo>
                <a:lnTo>
                  <a:pt x="5055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400120" y="3638520"/>
            <a:ext cx="4505760" cy="667080"/>
          </a:xfrm>
          <a:custGeom>
            <a:avLst/>
            <a:gdLst/>
            <a:ahLst/>
            <a:rect l="0" t="0" r="r" b="b"/>
            <a:pathLst>
              <a:path w="12516" h="1853">
                <a:moveTo>
                  <a:pt x="0" y="0"/>
                </a:moveTo>
                <a:lnTo>
                  <a:pt x="12516" y="0"/>
                </a:lnTo>
                <a:lnTo>
                  <a:pt x="125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905520" y="3638520"/>
            <a:ext cx="4715280" cy="667080"/>
          </a:xfrm>
          <a:custGeom>
            <a:avLst/>
            <a:gdLst/>
            <a:ahLst/>
            <a:rect l="0" t="0" r="r" b="b"/>
            <a:pathLst>
              <a:path w="13098" h="1853">
                <a:moveTo>
                  <a:pt x="0" y="0"/>
                </a:moveTo>
                <a:lnTo>
                  <a:pt x="13098" y="0"/>
                </a:lnTo>
                <a:lnTo>
                  <a:pt x="1309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580680" y="4305240"/>
            <a:ext cx="1819800" cy="667080"/>
          </a:xfrm>
          <a:custGeom>
            <a:avLst/>
            <a:gdLst/>
            <a:ahLst/>
            <a:rect l="0" t="0" r="r" b="b"/>
            <a:pathLst>
              <a:path w="5055" h="1853">
                <a:moveTo>
                  <a:pt x="0" y="0"/>
                </a:moveTo>
                <a:lnTo>
                  <a:pt x="5055" y="0"/>
                </a:lnTo>
                <a:lnTo>
                  <a:pt x="5055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400120" y="4305240"/>
            <a:ext cx="4505760" cy="667080"/>
          </a:xfrm>
          <a:custGeom>
            <a:avLst/>
            <a:gdLst/>
            <a:ahLst/>
            <a:rect l="0" t="0" r="r" b="b"/>
            <a:pathLst>
              <a:path w="12516" h="1853">
                <a:moveTo>
                  <a:pt x="0" y="0"/>
                </a:moveTo>
                <a:lnTo>
                  <a:pt x="12516" y="0"/>
                </a:lnTo>
                <a:lnTo>
                  <a:pt x="125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6905520" y="4305240"/>
            <a:ext cx="4715280" cy="667080"/>
          </a:xfrm>
          <a:custGeom>
            <a:avLst/>
            <a:gdLst/>
            <a:ahLst/>
            <a:rect l="0" t="0" r="r" b="b"/>
            <a:pathLst>
              <a:path w="13098" h="1853">
                <a:moveTo>
                  <a:pt x="0" y="0"/>
                </a:moveTo>
                <a:lnTo>
                  <a:pt x="13098" y="0"/>
                </a:lnTo>
                <a:lnTo>
                  <a:pt x="1309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80680" y="2533320"/>
            <a:ext cx="1819800" cy="10080"/>
          </a:xfrm>
          <a:custGeom>
            <a:avLst/>
            <a:gdLst/>
            <a:ahLst/>
            <a:rect l="0" t="0" r="r" b="b"/>
            <a:pathLst>
              <a:path w="5055" h="28">
                <a:moveTo>
                  <a:pt x="0" y="0"/>
                </a:moveTo>
                <a:lnTo>
                  <a:pt x="5055" y="0"/>
                </a:lnTo>
                <a:lnTo>
                  <a:pt x="50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400120" y="2533320"/>
            <a:ext cx="4505760" cy="10080"/>
          </a:xfrm>
          <a:custGeom>
            <a:avLst/>
            <a:gdLst/>
            <a:ahLst/>
            <a:rect l="0" t="0" r="r" b="b"/>
            <a:pathLst>
              <a:path w="12516" h="28">
                <a:moveTo>
                  <a:pt x="0" y="0"/>
                </a:moveTo>
                <a:lnTo>
                  <a:pt x="12516" y="0"/>
                </a:lnTo>
                <a:lnTo>
                  <a:pt x="12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905520" y="2533320"/>
            <a:ext cx="4715280" cy="10080"/>
          </a:xfrm>
          <a:custGeom>
            <a:avLst/>
            <a:gdLst/>
            <a:ahLst/>
            <a:rect l="0" t="0" r="r" b="b"/>
            <a:pathLst>
              <a:path w="13098" h="28">
                <a:moveTo>
                  <a:pt x="0" y="0"/>
                </a:moveTo>
                <a:lnTo>
                  <a:pt x="13098" y="0"/>
                </a:lnTo>
                <a:lnTo>
                  <a:pt x="1309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71320" y="2971440"/>
            <a:ext cx="1829160" cy="10440"/>
          </a:xfrm>
          <a:custGeom>
            <a:avLst/>
            <a:gdLst/>
            <a:ahLst/>
            <a:rect l="0" t="0" r="r" b="b"/>
            <a:pathLst>
              <a:path w="5081" h="29">
                <a:moveTo>
                  <a:pt x="0" y="0"/>
                </a:moveTo>
                <a:lnTo>
                  <a:pt x="5081" y="0"/>
                </a:lnTo>
                <a:lnTo>
                  <a:pt x="5081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400120" y="2971440"/>
            <a:ext cx="4505760" cy="10440"/>
          </a:xfrm>
          <a:custGeom>
            <a:avLst/>
            <a:gdLst/>
            <a:ahLst/>
            <a:rect l="0" t="0" r="r" b="b"/>
            <a:pathLst>
              <a:path w="12516" h="29">
                <a:moveTo>
                  <a:pt x="0" y="0"/>
                </a:moveTo>
                <a:lnTo>
                  <a:pt x="12516" y="0"/>
                </a:lnTo>
                <a:lnTo>
                  <a:pt x="1251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6905520" y="2971440"/>
            <a:ext cx="4715280" cy="10440"/>
          </a:xfrm>
          <a:custGeom>
            <a:avLst/>
            <a:gdLst/>
            <a:ahLst/>
            <a:rect l="0" t="0" r="r" b="b"/>
            <a:pathLst>
              <a:path w="13098" h="29">
                <a:moveTo>
                  <a:pt x="0" y="0"/>
                </a:moveTo>
                <a:lnTo>
                  <a:pt x="13098" y="0"/>
                </a:lnTo>
                <a:lnTo>
                  <a:pt x="1309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71320" y="2971440"/>
            <a:ext cx="9720" cy="676800"/>
          </a:xfrm>
          <a:custGeom>
            <a:avLst/>
            <a:gdLst/>
            <a:ahLst/>
            <a:rect l="0" t="0" r="r" b="b"/>
            <a:pathLst>
              <a:path w="27" h="1880">
                <a:moveTo>
                  <a:pt x="0" y="0"/>
                </a:moveTo>
                <a:lnTo>
                  <a:pt x="27" y="0"/>
                </a:lnTo>
                <a:lnTo>
                  <a:pt x="27" y="1880"/>
                </a:lnTo>
                <a:lnTo>
                  <a:pt x="0" y="18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390760" y="2971440"/>
            <a:ext cx="9720" cy="676800"/>
          </a:xfrm>
          <a:custGeom>
            <a:avLst/>
            <a:gdLst/>
            <a:ahLst/>
            <a:rect l="0" t="0" r="r" b="b"/>
            <a:pathLst>
              <a:path w="27" h="1880">
                <a:moveTo>
                  <a:pt x="0" y="0"/>
                </a:moveTo>
                <a:lnTo>
                  <a:pt x="27" y="0"/>
                </a:lnTo>
                <a:lnTo>
                  <a:pt x="27" y="1880"/>
                </a:lnTo>
                <a:lnTo>
                  <a:pt x="0" y="18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895800" y="2971440"/>
            <a:ext cx="10080" cy="676800"/>
          </a:xfrm>
          <a:custGeom>
            <a:avLst/>
            <a:gdLst/>
            <a:ahLst/>
            <a:rect l="0" t="0" r="r" b="b"/>
            <a:pathLst>
              <a:path w="28" h="1880">
                <a:moveTo>
                  <a:pt x="0" y="0"/>
                </a:moveTo>
                <a:lnTo>
                  <a:pt x="28" y="0"/>
                </a:lnTo>
                <a:lnTo>
                  <a:pt x="28" y="1880"/>
                </a:lnTo>
                <a:lnTo>
                  <a:pt x="0" y="18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1610720" y="2971440"/>
            <a:ext cx="10440" cy="676800"/>
          </a:xfrm>
          <a:custGeom>
            <a:avLst/>
            <a:gdLst/>
            <a:ahLst/>
            <a:rect l="0" t="0" r="r" b="b"/>
            <a:pathLst>
              <a:path w="29" h="1880">
                <a:moveTo>
                  <a:pt x="0" y="0"/>
                </a:moveTo>
                <a:lnTo>
                  <a:pt x="29" y="0"/>
                </a:lnTo>
                <a:lnTo>
                  <a:pt x="29" y="1880"/>
                </a:lnTo>
                <a:lnTo>
                  <a:pt x="0" y="188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71320" y="36478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1320" y="363852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390760" y="364788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400120" y="3638520"/>
            <a:ext cx="4505760" cy="9720"/>
          </a:xfrm>
          <a:custGeom>
            <a:avLst/>
            <a:gdLst/>
            <a:ahLst/>
            <a:rect l="0" t="0" r="r" b="b"/>
            <a:pathLst>
              <a:path w="12516" h="27">
                <a:moveTo>
                  <a:pt x="0" y="0"/>
                </a:moveTo>
                <a:lnTo>
                  <a:pt x="12516" y="0"/>
                </a:lnTo>
                <a:lnTo>
                  <a:pt x="12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6895800" y="364788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28" y="0"/>
                </a:lnTo>
                <a:lnTo>
                  <a:pt x="2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6905520" y="3638520"/>
            <a:ext cx="4715280" cy="9720"/>
          </a:xfrm>
          <a:custGeom>
            <a:avLst/>
            <a:gdLst/>
            <a:ahLst/>
            <a:rect l="0" t="0" r="r" b="b"/>
            <a:pathLst>
              <a:path w="13098" h="27">
                <a:moveTo>
                  <a:pt x="0" y="0"/>
                </a:moveTo>
                <a:lnTo>
                  <a:pt x="13098" y="0"/>
                </a:lnTo>
                <a:lnTo>
                  <a:pt x="130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1610720" y="3647880"/>
            <a:ext cx="10440" cy="667080"/>
          </a:xfrm>
          <a:custGeom>
            <a:avLst/>
            <a:gdLst/>
            <a:ahLst/>
            <a:rect l="0" t="0" r="r" b="b"/>
            <a:pathLst>
              <a:path w="29" h="1853">
                <a:moveTo>
                  <a:pt x="0" y="0"/>
                </a:moveTo>
                <a:lnTo>
                  <a:pt x="29" y="0"/>
                </a:lnTo>
                <a:lnTo>
                  <a:pt x="29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71320" y="431460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71320" y="430524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390760" y="431460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0"/>
                </a:moveTo>
                <a:lnTo>
                  <a:pt x="27" y="0"/>
                </a:lnTo>
                <a:lnTo>
                  <a:pt x="27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400120" y="4305240"/>
            <a:ext cx="4505760" cy="9720"/>
          </a:xfrm>
          <a:custGeom>
            <a:avLst/>
            <a:gdLst/>
            <a:ahLst/>
            <a:rect l="0" t="0" r="r" b="b"/>
            <a:pathLst>
              <a:path w="12516" h="27">
                <a:moveTo>
                  <a:pt x="0" y="0"/>
                </a:moveTo>
                <a:lnTo>
                  <a:pt x="12516" y="0"/>
                </a:lnTo>
                <a:lnTo>
                  <a:pt x="12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895800" y="431460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28" y="0"/>
                </a:lnTo>
                <a:lnTo>
                  <a:pt x="28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6905520" y="4305240"/>
            <a:ext cx="4715280" cy="9720"/>
          </a:xfrm>
          <a:custGeom>
            <a:avLst/>
            <a:gdLst/>
            <a:ahLst/>
            <a:rect l="0" t="0" r="r" b="b"/>
            <a:pathLst>
              <a:path w="13098" h="27">
                <a:moveTo>
                  <a:pt x="0" y="0"/>
                </a:moveTo>
                <a:lnTo>
                  <a:pt x="13098" y="0"/>
                </a:lnTo>
                <a:lnTo>
                  <a:pt x="130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1610720" y="4314600"/>
            <a:ext cx="10440" cy="667080"/>
          </a:xfrm>
          <a:custGeom>
            <a:avLst/>
            <a:gdLst/>
            <a:ahLst/>
            <a:rect l="0" t="0" r="r" b="b"/>
            <a:pathLst>
              <a:path w="29" h="1853">
                <a:moveTo>
                  <a:pt x="0" y="0"/>
                </a:moveTo>
                <a:lnTo>
                  <a:pt x="29" y="0"/>
                </a:lnTo>
                <a:lnTo>
                  <a:pt x="29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571320" y="4971960"/>
            <a:ext cx="1829160" cy="9720"/>
          </a:xfrm>
          <a:custGeom>
            <a:avLst/>
            <a:gdLst/>
            <a:ahLst/>
            <a:rect l="0" t="0" r="r" b="b"/>
            <a:pathLst>
              <a:path w="5081" h="27">
                <a:moveTo>
                  <a:pt x="0" y="0"/>
                </a:moveTo>
                <a:lnTo>
                  <a:pt x="5081" y="0"/>
                </a:lnTo>
                <a:lnTo>
                  <a:pt x="50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400120" y="4971960"/>
            <a:ext cx="4505760" cy="9720"/>
          </a:xfrm>
          <a:custGeom>
            <a:avLst/>
            <a:gdLst/>
            <a:ahLst/>
            <a:rect l="0" t="0" r="r" b="b"/>
            <a:pathLst>
              <a:path w="12516" h="27">
                <a:moveTo>
                  <a:pt x="0" y="0"/>
                </a:moveTo>
                <a:lnTo>
                  <a:pt x="12516" y="0"/>
                </a:lnTo>
                <a:lnTo>
                  <a:pt x="125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905520" y="4971960"/>
            <a:ext cx="4715280" cy="9720"/>
          </a:xfrm>
          <a:custGeom>
            <a:avLst/>
            <a:gdLst/>
            <a:ahLst/>
            <a:rect l="0" t="0" r="r" b="b"/>
            <a:pathLst>
              <a:path w="13098" h="27">
                <a:moveTo>
                  <a:pt x="0" y="0"/>
                </a:moveTo>
                <a:lnTo>
                  <a:pt x="13098" y="0"/>
                </a:lnTo>
                <a:lnTo>
                  <a:pt x="1309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571320" y="1508400"/>
            <a:ext cx="30034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Contrastive Pair Design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71320" y="2086920"/>
            <a:ext cx="5419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Pairs share the same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intent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but require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diﬀerent tools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908280" y="2647080"/>
            <a:ext cx="11664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Shared Intent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4008600" y="2647080"/>
            <a:ext cx="12902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Anchor (tool A)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551080" y="2647080"/>
            <a:ext cx="1421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Contrast (tool B)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14240" y="3066120"/>
            <a:ext cx="1491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Resolve password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714240" y="3332880"/>
            <a:ext cx="420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issue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2538000" y="3066120"/>
            <a:ext cx="2633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"How do I reset my password?"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533320" y="3333600"/>
            <a:ext cx="1458000" cy="228960"/>
          </a:xfrm>
          <a:custGeom>
            <a:avLst/>
            <a:gdLst/>
            <a:ahLst/>
            <a:rect l="0" t="0" r="r" b="b"/>
            <a:pathLst>
              <a:path w="4050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970" y="0"/>
                </a:lnTo>
                <a:cubicBezTo>
                  <a:pt x="3981" y="0"/>
                  <a:pt x="3991" y="2"/>
                  <a:pt x="4001" y="6"/>
                </a:cubicBezTo>
                <a:cubicBezTo>
                  <a:pt x="4010" y="10"/>
                  <a:pt x="4019" y="16"/>
                  <a:pt x="4026" y="23"/>
                </a:cubicBezTo>
                <a:cubicBezTo>
                  <a:pt x="4034" y="31"/>
                  <a:pt x="4039" y="39"/>
                  <a:pt x="4043" y="49"/>
                </a:cubicBezTo>
                <a:cubicBezTo>
                  <a:pt x="4048" y="59"/>
                  <a:pt x="4050" y="69"/>
                  <a:pt x="4050" y="79"/>
                </a:cubicBezTo>
                <a:lnTo>
                  <a:pt x="4050" y="556"/>
                </a:lnTo>
                <a:cubicBezTo>
                  <a:pt x="4050" y="566"/>
                  <a:pt x="4048" y="577"/>
                  <a:pt x="4043" y="587"/>
                </a:cubicBezTo>
                <a:cubicBezTo>
                  <a:pt x="4039" y="597"/>
                  <a:pt x="4034" y="605"/>
                  <a:pt x="4026" y="613"/>
                </a:cubicBezTo>
                <a:cubicBezTo>
                  <a:pt x="4019" y="620"/>
                  <a:pt x="4010" y="626"/>
                  <a:pt x="4001" y="630"/>
                </a:cubicBezTo>
                <a:cubicBezTo>
                  <a:pt x="3991" y="634"/>
                  <a:pt x="3981" y="636"/>
                  <a:pt x="3970" y="636"/>
                </a:cubicBezTo>
                <a:lnTo>
                  <a:pt x="80" y="636"/>
                </a:lnTo>
                <a:cubicBezTo>
                  <a:pt x="69" y="636"/>
                  <a:pt x="59" y="634"/>
                  <a:pt x="49" y="630"/>
                </a:cubicBezTo>
                <a:cubicBezTo>
                  <a:pt x="40" y="626"/>
                  <a:pt x="31" y="620"/>
                  <a:pt x="24" y="613"/>
                </a:cubicBezTo>
                <a:cubicBezTo>
                  <a:pt x="16" y="605"/>
                  <a:pt x="10" y="597"/>
                  <a:pt x="6" y="587"/>
                </a:cubicBezTo>
                <a:cubicBezTo>
                  <a:pt x="2" y="577"/>
                  <a:pt x="0" y="566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159160" y="307476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595240" y="3357360"/>
            <a:ext cx="134964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knowledge_base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41960" y="3066120"/>
            <a:ext cx="4250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"I tried resetting 3 times but the email never arrives"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7038720" y="3333600"/>
            <a:ext cx="1362600" cy="228960"/>
          </a:xfrm>
          <a:custGeom>
            <a:avLst/>
            <a:gdLst/>
            <a:ahLst/>
            <a:rect l="0" t="0" r="r" b="b"/>
            <a:pathLst>
              <a:path w="3785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05" y="0"/>
                </a:lnTo>
                <a:cubicBezTo>
                  <a:pt x="3716" y="0"/>
                  <a:pt x="3726" y="2"/>
                  <a:pt x="3736" y="6"/>
                </a:cubicBezTo>
                <a:cubicBezTo>
                  <a:pt x="3745" y="10"/>
                  <a:pt x="3754" y="16"/>
                  <a:pt x="3761" y="23"/>
                </a:cubicBezTo>
                <a:cubicBezTo>
                  <a:pt x="3769" y="31"/>
                  <a:pt x="3775" y="39"/>
                  <a:pt x="3779" y="49"/>
                </a:cubicBezTo>
                <a:cubicBezTo>
                  <a:pt x="3783" y="59"/>
                  <a:pt x="3785" y="69"/>
                  <a:pt x="3785" y="79"/>
                </a:cubicBezTo>
                <a:lnTo>
                  <a:pt x="3785" y="556"/>
                </a:lnTo>
                <a:cubicBezTo>
                  <a:pt x="3785" y="566"/>
                  <a:pt x="3783" y="577"/>
                  <a:pt x="3779" y="587"/>
                </a:cubicBezTo>
                <a:cubicBezTo>
                  <a:pt x="3775" y="597"/>
                  <a:pt x="3769" y="605"/>
                  <a:pt x="3761" y="613"/>
                </a:cubicBezTo>
                <a:cubicBezTo>
                  <a:pt x="3754" y="620"/>
                  <a:pt x="3745" y="626"/>
                  <a:pt x="3736" y="630"/>
                </a:cubicBezTo>
                <a:cubicBezTo>
                  <a:pt x="3726" y="634"/>
                  <a:pt x="3716" y="636"/>
                  <a:pt x="3705" y="636"/>
                </a:cubicBezTo>
                <a:lnTo>
                  <a:pt x="80" y="636"/>
                </a:lnTo>
                <a:cubicBezTo>
                  <a:pt x="69" y="636"/>
                  <a:pt x="59" y="634"/>
                  <a:pt x="49" y="630"/>
                </a:cubicBezTo>
                <a:cubicBezTo>
                  <a:pt x="39" y="626"/>
                  <a:pt x="31" y="620"/>
                  <a:pt x="23" y="613"/>
                </a:cubicBezTo>
                <a:cubicBezTo>
                  <a:pt x="16" y="605"/>
                  <a:pt x="10" y="597"/>
                  <a:pt x="6" y="587"/>
                </a:cubicBezTo>
                <a:cubicBezTo>
                  <a:pt x="2" y="577"/>
                  <a:pt x="0" y="566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1279160" y="307476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099200" y="3357360"/>
            <a:ext cx="125316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ticket_lookup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14240" y="3732840"/>
            <a:ext cx="12938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Evaluate energy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14240" y="3999600"/>
            <a:ext cx="534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stocks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538000" y="3732840"/>
            <a:ext cx="34506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"Which companies invest in renewables?"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533320" y="4000320"/>
            <a:ext cx="1848240" cy="228960"/>
          </a:xfrm>
          <a:custGeom>
            <a:avLst/>
            <a:gdLst/>
            <a:ahLst/>
            <a:rect l="0" t="0" r="r" b="b"/>
            <a:pathLst>
              <a:path w="5134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055" y="0"/>
                </a:lnTo>
                <a:cubicBezTo>
                  <a:pt x="5065" y="0"/>
                  <a:pt x="5076" y="2"/>
                  <a:pt x="5085" y="6"/>
                </a:cubicBezTo>
                <a:cubicBezTo>
                  <a:pt x="5095" y="10"/>
                  <a:pt x="5104" y="16"/>
                  <a:pt x="5111" y="23"/>
                </a:cubicBezTo>
                <a:cubicBezTo>
                  <a:pt x="5119" y="31"/>
                  <a:pt x="5124" y="39"/>
                  <a:pt x="5128" y="49"/>
                </a:cubicBezTo>
                <a:cubicBezTo>
                  <a:pt x="5132" y="59"/>
                  <a:pt x="5134" y="69"/>
                  <a:pt x="5134" y="79"/>
                </a:cubicBezTo>
                <a:lnTo>
                  <a:pt x="5134" y="556"/>
                </a:lnTo>
                <a:cubicBezTo>
                  <a:pt x="5134" y="566"/>
                  <a:pt x="5132" y="576"/>
                  <a:pt x="5128" y="586"/>
                </a:cubicBezTo>
                <a:cubicBezTo>
                  <a:pt x="5124" y="596"/>
                  <a:pt x="5119" y="604"/>
                  <a:pt x="5111" y="612"/>
                </a:cubicBezTo>
                <a:cubicBezTo>
                  <a:pt x="5104" y="620"/>
                  <a:pt x="5095" y="626"/>
                  <a:pt x="5085" y="630"/>
                </a:cubicBezTo>
                <a:cubicBezTo>
                  <a:pt x="5076" y="634"/>
                  <a:pt x="5065" y="636"/>
                  <a:pt x="5055" y="636"/>
                </a:cubicBezTo>
                <a:lnTo>
                  <a:pt x="80" y="636"/>
                </a:lnTo>
                <a:cubicBezTo>
                  <a:pt x="69" y="636"/>
                  <a:pt x="59" y="634"/>
                  <a:pt x="49" y="630"/>
                </a:cubicBezTo>
                <a:cubicBezTo>
                  <a:pt x="40" y="626"/>
                  <a:pt x="31" y="620"/>
                  <a:pt x="24" y="612"/>
                </a:cubicBezTo>
                <a:cubicBezTo>
                  <a:pt x="16" y="604"/>
                  <a:pt x="10" y="596"/>
                  <a:pt x="6" y="586"/>
                </a:cubicBezTo>
                <a:cubicBezTo>
                  <a:pt x="2" y="576"/>
                  <a:pt x="0" y="566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977440" y="374148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595240" y="4024080"/>
            <a:ext cx="173484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financial_analysis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041960" y="3732840"/>
            <a:ext cx="3342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"Which stocks trade below book value?"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7038720" y="4000320"/>
            <a:ext cx="1838880" cy="228960"/>
          </a:xfrm>
          <a:custGeom>
            <a:avLst/>
            <a:gdLst/>
            <a:ahLst/>
            <a:rect l="0" t="0" r="r" b="b"/>
            <a:pathLst>
              <a:path w="5108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5028" y="0"/>
                </a:lnTo>
                <a:cubicBezTo>
                  <a:pt x="5039" y="0"/>
                  <a:pt x="5049" y="2"/>
                  <a:pt x="5059" y="6"/>
                </a:cubicBezTo>
                <a:cubicBezTo>
                  <a:pt x="5068" y="10"/>
                  <a:pt x="5077" y="16"/>
                  <a:pt x="5084" y="23"/>
                </a:cubicBezTo>
                <a:cubicBezTo>
                  <a:pt x="5092" y="31"/>
                  <a:pt x="5098" y="39"/>
                  <a:pt x="5102" y="49"/>
                </a:cubicBezTo>
                <a:cubicBezTo>
                  <a:pt x="5106" y="59"/>
                  <a:pt x="5108" y="69"/>
                  <a:pt x="5108" y="79"/>
                </a:cubicBezTo>
                <a:lnTo>
                  <a:pt x="5108" y="556"/>
                </a:lnTo>
                <a:cubicBezTo>
                  <a:pt x="5108" y="566"/>
                  <a:pt x="5106" y="576"/>
                  <a:pt x="5102" y="586"/>
                </a:cubicBezTo>
                <a:cubicBezTo>
                  <a:pt x="5098" y="596"/>
                  <a:pt x="5092" y="604"/>
                  <a:pt x="5084" y="612"/>
                </a:cubicBezTo>
                <a:cubicBezTo>
                  <a:pt x="5077" y="620"/>
                  <a:pt x="5068" y="626"/>
                  <a:pt x="5059" y="630"/>
                </a:cubicBezTo>
                <a:cubicBezTo>
                  <a:pt x="5049" y="634"/>
                  <a:pt x="5039" y="636"/>
                  <a:pt x="5028" y="636"/>
                </a:cubicBezTo>
                <a:lnTo>
                  <a:pt x="80" y="636"/>
                </a:lnTo>
                <a:cubicBezTo>
                  <a:pt x="69" y="636"/>
                  <a:pt x="59" y="634"/>
                  <a:pt x="49" y="630"/>
                </a:cubicBezTo>
                <a:cubicBezTo>
                  <a:pt x="39" y="626"/>
                  <a:pt x="31" y="620"/>
                  <a:pt x="23" y="612"/>
                </a:cubicBezTo>
                <a:cubicBezTo>
                  <a:pt x="16" y="604"/>
                  <a:pt x="10" y="596"/>
                  <a:pt x="6" y="586"/>
                </a:cubicBezTo>
                <a:cubicBezTo>
                  <a:pt x="2" y="576"/>
                  <a:pt x="0" y="566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10377360" y="374148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099200" y="4024080"/>
            <a:ext cx="173484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market_data_lookup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14240" y="4399560"/>
            <a:ext cx="1206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Check product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714240" y="4666320"/>
            <a:ext cx="585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version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538000" y="4533120"/>
            <a:ext cx="2342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"What is the latest version?"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874400" y="454140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5105160" y="4533840"/>
            <a:ext cx="981360" cy="228960"/>
          </a:xfrm>
          <a:custGeom>
            <a:avLst/>
            <a:gdLst/>
            <a:ahLst/>
            <a:rect l="0" t="0" r="r" b="b"/>
            <a:pathLst>
              <a:path w="2726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647" y="0"/>
                </a:lnTo>
                <a:cubicBezTo>
                  <a:pt x="2658" y="0"/>
                  <a:pt x="2668" y="2"/>
                  <a:pt x="2677" y="6"/>
                </a:cubicBezTo>
                <a:cubicBezTo>
                  <a:pt x="2687" y="10"/>
                  <a:pt x="2696" y="15"/>
                  <a:pt x="2703" y="23"/>
                </a:cubicBezTo>
                <a:cubicBezTo>
                  <a:pt x="2711" y="30"/>
                  <a:pt x="2716" y="39"/>
                  <a:pt x="2720" y="49"/>
                </a:cubicBezTo>
                <a:cubicBezTo>
                  <a:pt x="2724" y="58"/>
                  <a:pt x="2726" y="69"/>
                  <a:pt x="2726" y="79"/>
                </a:cubicBezTo>
                <a:lnTo>
                  <a:pt x="2726" y="556"/>
                </a:lnTo>
                <a:cubicBezTo>
                  <a:pt x="2726" y="567"/>
                  <a:pt x="2724" y="577"/>
                  <a:pt x="2720" y="587"/>
                </a:cubicBezTo>
                <a:cubicBezTo>
                  <a:pt x="2716" y="596"/>
                  <a:pt x="2711" y="605"/>
                  <a:pt x="2703" y="612"/>
                </a:cubicBezTo>
                <a:cubicBezTo>
                  <a:pt x="2696" y="620"/>
                  <a:pt x="2687" y="626"/>
                  <a:pt x="2677" y="630"/>
                </a:cubicBezTo>
                <a:cubicBezTo>
                  <a:pt x="2668" y="634"/>
                  <a:pt x="2658" y="636"/>
                  <a:pt x="2647" y="636"/>
                </a:cubicBezTo>
                <a:lnTo>
                  <a:pt x="80" y="636"/>
                </a:lnTo>
                <a:cubicBezTo>
                  <a:pt x="69" y="636"/>
                  <a:pt x="59" y="634"/>
                  <a:pt x="49" y="630"/>
                </a:cubicBezTo>
                <a:cubicBezTo>
                  <a:pt x="39" y="626"/>
                  <a:pt x="31" y="620"/>
                  <a:pt x="23" y="612"/>
                </a:cubicBezTo>
                <a:cubicBezTo>
                  <a:pt x="16" y="605"/>
                  <a:pt x="10" y="596"/>
                  <a:pt x="6" y="587"/>
                </a:cubicBezTo>
                <a:cubicBezTo>
                  <a:pt x="2" y="577"/>
                  <a:pt x="0" y="567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055480" y="4533120"/>
            <a:ext cx="180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163120" y="4557600"/>
            <a:ext cx="86796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file_read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041960" y="4533120"/>
            <a:ext cx="21744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"Set the version to v3.2.1"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210960" y="4541400"/>
            <a:ext cx="182160" cy="20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9439200" y="4533840"/>
            <a:ext cx="1076400" cy="228960"/>
          </a:xfrm>
          <a:custGeom>
            <a:avLst/>
            <a:gdLst/>
            <a:ahLst/>
            <a:rect l="0" t="0" r="r" b="b"/>
            <a:pathLst>
              <a:path w="2990" h="636">
                <a:moveTo>
                  <a:pt x="0" y="556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2911" y="0"/>
                </a:lnTo>
                <a:cubicBezTo>
                  <a:pt x="2922" y="0"/>
                  <a:pt x="2932" y="2"/>
                  <a:pt x="2941" y="6"/>
                </a:cubicBezTo>
                <a:cubicBezTo>
                  <a:pt x="2951" y="10"/>
                  <a:pt x="2960" y="15"/>
                  <a:pt x="2967" y="23"/>
                </a:cubicBezTo>
                <a:cubicBezTo>
                  <a:pt x="2975" y="30"/>
                  <a:pt x="2980" y="39"/>
                  <a:pt x="2984" y="49"/>
                </a:cubicBezTo>
                <a:cubicBezTo>
                  <a:pt x="2988" y="58"/>
                  <a:pt x="2990" y="69"/>
                  <a:pt x="2990" y="79"/>
                </a:cubicBezTo>
                <a:lnTo>
                  <a:pt x="2990" y="556"/>
                </a:lnTo>
                <a:cubicBezTo>
                  <a:pt x="2990" y="567"/>
                  <a:pt x="2988" y="577"/>
                  <a:pt x="2984" y="587"/>
                </a:cubicBezTo>
                <a:cubicBezTo>
                  <a:pt x="2980" y="596"/>
                  <a:pt x="2975" y="605"/>
                  <a:pt x="2967" y="612"/>
                </a:cubicBezTo>
                <a:cubicBezTo>
                  <a:pt x="2960" y="620"/>
                  <a:pt x="2951" y="626"/>
                  <a:pt x="2941" y="630"/>
                </a:cubicBezTo>
                <a:cubicBezTo>
                  <a:pt x="2932" y="634"/>
                  <a:pt x="2922" y="636"/>
                  <a:pt x="2911" y="636"/>
                </a:cubicBezTo>
                <a:lnTo>
                  <a:pt x="79" y="636"/>
                </a:lnTo>
                <a:cubicBezTo>
                  <a:pt x="69" y="636"/>
                  <a:pt x="58" y="634"/>
                  <a:pt x="49" y="630"/>
                </a:cubicBezTo>
                <a:cubicBezTo>
                  <a:pt x="39" y="626"/>
                  <a:pt x="30" y="620"/>
                  <a:pt x="23" y="612"/>
                </a:cubicBezTo>
                <a:cubicBezTo>
                  <a:pt x="16" y="605"/>
                  <a:pt x="10" y="596"/>
                  <a:pt x="6" y="587"/>
                </a:cubicBezTo>
                <a:cubicBezTo>
                  <a:pt x="2" y="577"/>
                  <a:pt x="0" y="567"/>
                  <a:pt x="0" y="556"/>
                </a:cubicBezTo>
                <a:close/>
              </a:path>
            </a:pathLst>
          </a:custGeom>
          <a:solidFill>
            <a:srgbClr val="EDF2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392040" y="4533120"/>
            <a:ext cx="1807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499680" y="4557600"/>
            <a:ext cx="96408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60" b="0" u="none" strike="noStrike">
                <a:solidFill>
                  <a:srgbClr val="1A2744"/>
                </a:solidFill>
                <a:effectLst/>
                <a:uFillTx/>
                <a:latin typeface="Menlo"/>
                <a:ea typeface="Menlo"/>
              </a:rPr>
              <a:t>file_write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71320" y="5163480"/>
            <a:ext cx="382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5 domains, 32 tools, 37 contrast types.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71320" y="984240"/>
            <a:ext cx="3665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JumpReLU SAE Architecture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508280" y="2030760"/>
            <a:ext cx="127080" cy="233280"/>
          </a:xfrm>
          <a:custGeom>
            <a:avLst/>
            <a:gdLst/>
            <a:ahLst/>
            <a:rect l="0" t="0" r="r" b="b"/>
            <a:pathLst>
              <a:path w="353" h="648">
                <a:moveTo>
                  <a:pt x="45" y="618"/>
                </a:moveTo>
                <a:cubicBezTo>
                  <a:pt x="46" y="618"/>
                  <a:pt x="47" y="618"/>
                  <a:pt x="49" y="619"/>
                </a:cubicBezTo>
                <a:cubicBezTo>
                  <a:pt x="51" y="620"/>
                  <a:pt x="54" y="621"/>
                  <a:pt x="57" y="621"/>
                </a:cubicBezTo>
                <a:cubicBezTo>
                  <a:pt x="60" y="622"/>
                  <a:pt x="63" y="622"/>
                  <a:pt x="65" y="622"/>
                </a:cubicBezTo>
                <a:cubicBezTo>
                  <a:pt x="72" y="622"/>
                  <a:pt x="77" y="619"/>
                  <a:pt x="82" y="613"/>
                </a:cubicBezTo>
                <a:cubicBezTo>
                  <a:pt x="88" y="606"/>
                  <a:pt x="92" y="600"/>
                  <a:pt x="94" y="592"/>
                </a:cubicBezTo>
                <a:cubicBezTo>
                  <a:pt x="99" y="579"/>
                  <a:pt x="107" y="543"/>
                  <a:pt x="118" y="482"/>
                </a:cubicBezTo>
                <a:cubicBezTo>
                  <a:pt x="129" y="422"/>
                  <a:pt x="140" y="365"/>
                  <a:pt x="151" y="311"/>
                </a:cubicBezTo>
                <a:cubicBezTo>
                  <a:pt x="161" y="257"/>
                  <a:pt x="166" y="230"/>
                  <a:pt x="166" y="229"/>
                </a:cubicBezTo>
                <a:lnTo>
                  <a:pt x="166" y="227"/>
                </a:lnTo>
                <a:lnTo>
                  <a:pt x="133" y="227"/>
                </a:lnTo>
                <a:cubicBezTo>
                  <a:pt x="111" y="227"/>
                  <a:pt x="99" y="227"/>
                  <a:pt x="97" y="226"/>
                </a:cubicBezTo>
                <a:cubicBezTo>
                  <a:pt x="96" y="225"/>
                  <a:pt x="95" y="222"/>
                  <a:pt x="95" y="219"/>
                </a:cubicBezTo>
                <a:lnTo>
                  <a:pt x="100" y="199"/>
                </a:lnTo>
                <a:cubicBezTo>
                  <a:pt x="101" y="197"/>
                  <a:pt x="102" y="195"/>
                  <a:pt x="105" y="195"/>
                </a:cubicBezTo>
                <a:cubicBezTo>
                  <a:pt x="108" y="195"/>
                  <a:pt x="119" y="195"/>
                  <a:pt x="139" y="195"/>
                </a:cubicBezTo>
                <a:cubicBezTo>
                  <a:pt x="161" y="195"/>
                  <a:pt x="173" y="194"/>
                  <a:pt x="173" y="194"/>
                </a:cubicBezTo>
                <a:cubicBezTo>
                  <a:pt x="173" y="193"/>
                  <a:pt x="175" y="181"/>
                  <a:pt x="179" y="158"/>
                </a:cubicBezTo>
                <a:cubicBezTo>
                  <a:pt x="184" y="136"/>
                  <a:pt x="186" y="122"/>
                  <a:pt x="188" y="117"/>
                </a:cubicBezTo>
                <a:cubicBezTo>
                  <a:pt x="205" y="39"/>
                  <a:pt x="240" y="0"/>
                  <a:pt x="292" y="0"/>
                </a:cubicBezTo>
                <a:cubicBezTo>
                  <a:pt x="309" y="1"/>
                  <a:pt x="324" y="6"/>
                  <a:pt x="336" y="15"/>
                </a:cubicBezTo>
                <a:cubicBezTo>
                  <a:pt x="347" y="25"/>
                  <a:pt x="353" y="37"/>
                  <a:pt x="353" y="53"/>
                </a:cubicBezTo>
                <a:cubicBezTo>
                  <a:pt x="353" y="70"/>
                  <a:pt x="348" y="82"/>
                  <a:pt x="338" y="90"/>
                </a:cubicBezTo>
                <a:cubicBezTo>
                  <a:pt x="328" y="98"/>
                  <a:pt x="317" y="102"/>
                  <a:pt x="307" y="102"/>
                </a:cubicBezTo>
                <a:cubicBezTo>
                  <a:pt x="286" y="102"/>
                  <a:pt x="276" y="92"/>
                  <a:pt x="276" y="72"/>
                </a:cubicBezTo>
                <a:cubicBezTo>
                  <a:pt x="276" y="63"/>
                  <a:pt x="279" y="55"/>
                  <a:pt x="284" y="49"/>
                </a:cubicBezTo>
                <a:cubicBezTo>
                  <a:pt x="289" y="42"/>
                  <a:pt x="295" y="37"/>
                  <a:pt x="301" y="34"/>
                </a:cubicBezTo>
                <a:lnTo>
                  <a:pt x="307" y="30"/>
                </a:lnTo>
                <a:cubicBezTo>
                  <a:pt x="300" y="27"/>
                  <a:pt x="293" y="26"/>
                  <a:pt x="286" y="26"/>
                </a:cubicBezTo>
                <a:cubicBezTo>
                  <a:pt x="280" y="26"/>
                  <a:pt x="275" y="28"/>
                  <a:pt x="270" y="33"/>
                </a:cubicBezTo>
                <a:cubicBezTo>
                  <a:pt x="264" y="38"/>
                  <a:pt x="261" y="45"/>
                  <a:pt x="259" y="53"/>
                </a:cubicBezTo>
                <a:cubicBezTo>
                  <a:pt x="256" y="67"/>
                  <a:pt x="252" y="85"/>
                  <a:pt x="248" y="109"/>
                </a:cubicBezTo>
                <a:cubicBezTo>
                  <a:pt x="243" y="132"/>
                  <a:pt x="239" y="151"/>
                  <a:pt x="236" y="168"/>
                </a:cubicBezTo>
                <a:cubicBezTo>
                  <a:pt x="233" y="184"/>
                  <a:pt x="231" y="192"/>
                  <a:pt x="231" y="193"/>
                </a:cubicBezTo>
                <a:cubicBezTo>
                  <a:pt x="231" y="194"/>
                  <a:pt x="244" y="195"/>
                  <a:pt x="270" y="195"/>
                </a:cubicBezTo>
                <a:cubicBezTo>
                  <a:pt x="292" y="195"/>
                  <a:pt x="304" y="195"/>
                  <a:pt x="307" y="195"/>
                </a:cubicBezTo>
                <a:cubicBezTo>
                  <a:pt x="311" y="196"/>
                  <a:pt x="313" y="197"/>
                  <a:pt x="315" y="200"/>
                </a:cubicBezTo>
                <a:cubicBezTo>
                  <a:pt x="316" y="202"/>
                  <a:pt x="315" y="206"/>
                  <a:pt x="314" y="212"/>
                </a:cubicBezTo>
                <a:cubicBezTo>
                  <a:pt x="312" y="218"/>
                  <a:pt x="311" y="222"/>
                  <a:pt x="310" y="223"/>
                </a:cubicBezTo>
                <a:cubicBezTo>
                  <a:pt x="309" y="225"/>
                  <a:pt x="307" y="227"/>
                  <a:pt x="304" y="227"/>
                </a:cubicBezTo>
                <a:cubicBezTo>
                  <a:pt x="300" y="227"/>
                  <a:pt x="288" y="227"/>
                  <a:pt x="265" y="227"/>
                </a:cubicBezTo>
                <a:lnTo>
                  <a:pt x="226" y="227"/>
                </a:lnTo>
                <a:lnTo>
                  <a:pt x="209" y="314"/>
                </a:lnTo>
                <a:cubicBezTo>
                  <a:pt x="186" y="432"/>
                  <a:pt x="170" y="505"/>
                  <a:pt x="161" y="536"/>
                </a:cubicBezTo>
                <a:cubicBezTo>
                  <a:pt x="149" y="576"/>
                  <a:pt x="132" y="606"/>
                  <a:pt x="112" y="625"/>
                </a:cubicBezTo>
                <a:cubicBezTo>
                  <a:pt x="94" y="641"/>
                  <a:pt x="77" y="648"/>
                  <a:pt x="60" y="648"/>
                </a:cubicBezTo>
                <a:cubicBezTo>
                  <a:pt x="45" y="648"/>
                  <a:pt x="31" y="644"/>
                  <a:pt x="18" y="635"/>
                </a:cubicBezTo>
                <a:cubicBezTo>
                  <a:pt x="6" y="626"/>
                  <a:pt x="0" y="613"/>
                  <a:pt x="0" y="596"/>
                </a:cubicBezTo>
                <a:cubicBezTo>
                  <a:pt x="0" y="579"/>
                  <a:pt x="5" y="566"/>
                  <a:pt x="15" y="558"/>
                </a:cubicBezTo>
                <a:cubicBezTo>
                  <a:pt x="25" y="550"/>
                  <a:pt x="35" y="546"/>
                  <a:pt x="45" y="546"/>
                </a:cubicBezTo>
                <a:cubicBezTo>
                  <a:pt x="66" y="546"/>
                  <a:pt x="76" y="556"/>
                  <a:pt x="76" y="576"/>
                </a:cubicBezTo>
                <a:cubicBezTo>
                  <a:pt x="76" y="585"/>
                  <a:pt x="73" y="592"/>
                  <a:pt x="68" y="599"/>
                </a:cubicBezTo>
                <a:cubicBezTo>
                  <a:pt x="63" y="606"/>
                  <a:pt x="57" y="611"/>
                  <a:pt x="51" y="614"/>
                </a:cubicBezTo>
                <a:lnTo>
                  <a:pt x="45" y="61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632120" y="213012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2" y="30"/>
                </a:moveTo>
                <a:cubicBezTo>
                  <a:pt x="82" y="22"/>
                  <a:pt x="86" y="15"/>
                  <a:pt x="92" y="9"/>
                </a:cubicBezTo>
                <a:cubicBezTo>
                  <a:pt x="98" y="3"/>
                  <a:pt x="106" y="0"/>
                  <a:pt x="114" y="0"/>
                </a:cubicBezTo>
                <a:cubicBezTo>
                  <a:pt x="120" y="0"/>
                  <a:pt x="125" y="2"/>
                  <a:pt x="129" y="6"/>
                </a:cubicBezTo>
                <a:cubicBezTo>
                  <a:pt x="133" y="10"/>
                  <a:pt x="135" y="15"/>
                  <a:pt x="136" y="21"/>
                </a:cubicBezTo>
                <a:cubicBezTo>
                  <a:pt x="136" y="28"/>
                  <a:pt x="132" y="35"/>
                  <a:pt x="126" y="42"/>
                </a:cubicBezTo>
                <a:cubicBezTo>
                  <a:pt x="119" y="48"/>
                  <a:pt x="112" y="51"/>
                  <a:pt x="104" y="52"/>
                </a:cubicBezTo>
                <a:cubicBezTo>
                  <a:pt x="99" y="52"/>
                  <a:pt x="94" y="50"/>
                  <a:pt x="90" y="47"/>
                </a:cubicBezTo>
                <a:cubicBezTo>
                  <a:pt x="85" y="43"/>
                  <a:pt x="83" y="38"/>
                  <a:pt x="82" y="30"/>
                </a:cubicBezTo>
                <a:moveTo>
                  <a:pt x="0" y="188"/>
                </a:moveTo>
                <a:cubicBezTo>
                  <a:pt x="0" y="185"/>
                  <a:pt x="1" y="180"/>
                  <a:pt x="4" y="172"/>
                </a:cubicBezTo>
                <a:cubicBezTo>
                  <a:pt x="7" y="164"/>
                  <a:pt x="11" y="156"/>
                  <a:pt x="16" y="146"/>
                </a:cubicBezTo>
                <a:cubicBezTo>
                  <a:pt x="21" y="137"/>
                  <a:pt x="29" y="128"/>
                  <a:pt x="39" y="121"/>
                </a:cubicBezTo>
                <a:cubicBezTo>
                  <a:pt x="49" y="113"/>
                  <a:pt x="59" y="109"/>
                  <a:pt x="69" y="110"/>
                </a:cubicBezTo>
                <a:cubicBezTo>
                  <a:pt x="82" y="110"/>
                  <a:pt x="93" y="114"/>
                  <a:pt x="102" y="121"/>
                </a:cubicBezTo>
                <a:cubicBezTo>
                  <a:pt x="111" y="129"/>
                  <a:pt x="115" y="139"/>
                  <a:pt x="116" y="152"/>
                </a:cubicBezTo>
                <a:cubicBezTo>
                  <a:pt x="116" y="158"/>
                  <a:pt x="113" y="168"/>
                  <a:pt x="109" y="181"/>
                </a:cubicBezTo>
                <a:cubicBezTo>
                  <a:pt x="104" y="194"/>
                  <a:pt x="97" y="211"/>
                  <a:pt x="89" y="233"/>
                </a:cubicBezTo>
                <a:cubicBezTo>
                  <a:pt x="80" y="256"/>
                  <a:pt x="73" y="274"/>
                  <a:pt x="67" y="290"/>
                </a:cubicBezTo>
                <a:cubicBezTo>
                  <a:pt x="66" y="298"/>
                  <a:pt x="65" y="303"/>
                  <a:pt x="65" y="306"/>
                </a:cubicBezTo>
                <a:cubicBezTo>
                  <a:pt x="65" y="315"/>
                  <a:pt x="68" y="319"/>
                  <a:pt x="73" y="319"/>
                </a:cubicBezTo>
                <a:cubicBezTo>
                  <a:pt x="76" y="319"/>
                  <a:pt x="80" y="318"/>
                  <a:pt x="83" y="317"/>
                </a:cubicBezTo>
                <a:cubicBezTo>
                  <a:pt x="86" y="316"/>
                  <a:pt x="90" y="314"/>
                  <a:pt x="95" y="310"/>
                </a:cubicBezTo>
                <a:cubicBezTo>
                  <a:pt x="99" y="307"/>
                  <a:pt x="103" y="301"/>
                  <a:pt x="108" y="293"/>
                </a:cubicBezTo>
                <a:cubicBezTo>
                  <a:pt x="113" y="285"/>
                  <a:pt x="117" y="275"/>
                  <a:pt x="121" y="263"/>
                </a:cubicBezTo>
                <a:cubicBezTo>
                  <a:pt x="122" y="259"/>
                  <a:pt x="123" y="257"/>
                  <a:pt x="123" y="256"/>
                </a:cubicBezTo>
                <a:cubicBezTo>
                  <a:pt x="124" y="255"/>
                  <a:pt x="127" y="255"/>
                  <a:pt x="132" y="255"/>
                </a:cubicBezTo>
                <a:cubicBezTo>
                  <a:pt x="138" y="255"/>
                  <a:pt x="142" y="257"/>
                  <a:pt x="142" y="260"/>
                </a:cubicBezTo>
                <a:cubicBezTo>
                  <a:pt x="142" y="263"/>
                  <a:pt x="140" y="268"/>
                  <a:pt x="137" y="276"/>
                </a:cubicBezTo>
                <a:cubicBezTo>
                  <a:pt x="134" y="283"/>
                  <a:pt x="130" y="292"/>
                  <a:pt x="125" y="301"/>
                </a:cubicBezTo>
                <a:cubicBezTo>
                  <a:pt x="119" y="311"/>
                  <a:pt x="112" y="319"/>
                  <a:pt x="102" y="326"/>
                </a:cubicBezTo>
                <a:cubicBezTo>
                  <a:pt x="92" y="334"/>
                  <a:pt x="82" y="339"/>
                  <a:pt x="71" y="339"/>
                </a:cubicBezTo>
                <a:cubicBezTo>
                  <a:pt x="60" y="339"/>
                  <a:pt x="50" y="334"/>
                  <a:pt x="41" y="327"/>
                </a:cubicBezTo>
                <a:cubicBezTo>
                  <a:pt x="31" y="320"/>
                  <a:pt x="26" y="309"/>
                  <a:pt x="26" y="295"/>
                </a:cubicBezTo>
                <a:cubicBezTo>
                  <a:pt x="26" y="289"/>
                  <a:pt x="27" y="284"/>
                  <a:pt x="29" y="279"/>
                </a:cubicBezTo>
                <a:cubicBezTo>
                  <a:pt x="30" y="274"/>
                  <a:pt x="39" y="255"/>
                  <a:pt x="51" y="221"/>
                </a:cubicBezTo>
                <a:cubicBezTo>
                  <a:pt x="64" y="187"/>
                  <a:pt x="71" y="167"/>
                  <a:pt x="73" y="160"/>
                </a:cubicBezTo>
                <a:cubicBezTo>
                  <a:pt x="75" y="154"/>
                  <a:pt x="77" y="147"/>
                  <a:pt x="77" y="141"/>
                </a:cubicBezTo>
                <a:cubicBezTo>
                  <a:pt x="77" y="133"/>
                  <a:pt x="74" y="129"/>
                  <a:pt x="68" y="129"/>
                </a:cubicBezTo>
                <a:lnTo>
                  <a:pt x="67" y="129"/>
                </a:lnTo>
                <a:cubicBezTo>
                  <a:pt x="57" y="129"/>
                  <a:pt x="48" y="134"/>
                  <a:pt x="40" y="145"/>
                </a:cubicBezTo>
                <a:cubicBezTo>
                  <a:pt x="30" y="156"/>
                  <a:pt x="24" y="171"/>
                  <a:pt x="20" y="188"/>
                </a:cubicBezTo>
                <a:cubicBezTo>
                  <a:pt x="19" y="188"/>
                  <a:pt x="19" y="188"/>
                  <a:pt x="19" y="189"/>
                </a:cubicBezTo>
                <a:cubicBezTo>
                  <a:pt x="18" y="190"/>
                  <a:pt x="18" y="190"/>
                  <a:pt x="18" y="191"/>
                </a:cubicBezTo>
                <a:lnTo>
                  <a:pt x="17" y="192"/>
                </a:lnTo>
                <a:cubicBezTo>
                  <a:pt x="16" y="192"/>
                  <a:pt x="16" y="192"/>
                  <a:pt x="16" y="192"/>
                </a:cubicBezTo>
                <a:cubicBezTo>
                  <a:pt x="15" y="192"/>
                  <a:pt x="15" y="192"/>
                  <a:pt x="14" y="192"/>
                </a:cubicBezTo>
                <a:cubicBezTo>
                  <a:pt x="13" y="192"/>
                  <a:pt x="11" y="192"/>
                  <a:pt x="10" y="192"/>
                </a:cubicBezTo>
                <a:lnTo>
                  <a:pt x="3" y="192"/>
                </a:lnTo>
                <a:cubicBezTo>
                  <a:pt x="1" y="190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472752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0" y="355"/>
                </a:moveTo>
                <a:cubicBezTo>
                  <a:pt x="0" y="323"/>
                  <a:pt x="2" y="292"/>
                  <a:pt x="7" y="262"/>
                </a:cubicBezTo>
                <a:cubicBezTo>
                  <a:pt x="12" y="233"/>
                  <a:pt x="17" y="207"/>
                  <a:pt x="23" y="186"/>
                </a:cubicBezTo>
                <a:cubicBezTo>
                  <a:pt x="30" y="165"/>
                  <a:pt x="38" y="144"/>
                  <a:pt x="51" y="123"/>
                </a:cubicBezTo>
                <a:cubicBezTo>
                  <a:pt x="62" y="103"/>
                  <a:pt x="71" y="87"/>
                  <a:pt x="78" y="76"/>
                </a:cubicBezTo>
                <a:cubicBezTo>
                  <a:pt x="84" y="64"/>
                  <a:pt x="94" y="52"/>
                  <a:pt x="108" y="39"/>
                </a:cubicBezTo>
                <a:cubicBezTo>
                  <a:pt x="121" y="26"/>
                  <a:pt x="129" y="17"/>
                  <a:pt x="131" y="15"/>
                </a:cubicBezTo>
                <a:cubicBezTo>
                  <a:pt x="134" y="12"/>
                  <a:pt x="139" y="7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8" y="0"/>
                  <a:pt x="171" y="2"/>
                  <a:pt x="171" y="6"/>
                </a:cubicBezTo>
                <a:cubicBezTo>
                  <a:pt x="171" y="7"/>
                  <a:pt x="167" y="12"/>
                  <a:pt x="159" y="21"/>
                </a:cubicBezTo>
                <a:cubicBezTo>
                  <a:pt x="151" y="30"/>
                  <a:pt x="141" y="42"/>
                  <a:pt x="130" y="59"/>
                </a:cubicBezTo>
                <a:cubicBezTo>
                  <a:pt x="118" y="75"/>
                  <a:pt x="107" y="96"/>
                  <a:pt x="95" y="120"/>
                </a:cubicBezTo>
                <a:cubicBezTo>
                  <a:pt x="83" y="144"/>
                  <a:pt x="73" y="177"/>
                  <a:pt x="65" y="218"/>
                </a:cubicBezTo>
                <a:cubicBezTo>
                  <a:pt x="57" y="259"/>
                  <a:pt x="53" y="305"/>
                  <a:pt x="53" y="355"/>
                </a:cubicBezTo>
                <a:cubicBezTo>
                  <a:pt x="53" y="406"/>
                  <a:pt x="57" y="452"/>
                  <a:pt x="65" y="493"/>
                </a:cubicBezTo>
                <a:cubicBezTo>
                  <a:pt x="73" y="534"/>
                  <a:pt x="83" y="567"/>
                  <a:pt x="94" y="592"/>
                </a:cubicBezTo>
                <a:cubicBezTo>
                  <a:pt x="106" y="617"/>
                  <a:pt x="117" y="637"/>
                  <a:pt x="129" y="653"/>
                </a:cubicBezTo>
                <a:cubicBezTo>
                  <a:pt x="141" y="669"/>
                  <a:pt x="151" y="681"/>
                  <a:pt x="159" y="691"/>
                </a:cubicBezTo>
                <a:cubicBezTo>
                  <a:pt x="167" y="700"/>
                  <a:pt x="171" y="705"/>
                  <a:pt x="171" y="706"/>
                </a:cubicBezTo>
                <a:cubicBezTo>
                  <a:pt x="171" y="710"/>
                  <a:pt x="167" y="712"/>
                  <a:pt x="160" y="712"/>
                </a:cubicBezTo>
                <a:lnTo>
                  <a:pt x="158" y="712"/>
                </a:lnTo>
                <a:lnTo>
                  <a:pt x="149" y="712"/>
                </a:lnTo>
                <a:lnTo>
                  <a:pt x="129" y="695"/>
                </a:lnTo>
                <a:cubicBezTo>
                  <a:pt x="84" y="655"/>
                  <a:pt x="52" y="604"/>
                  <a:pt x="31" y="544"/>
                </a:cubicBezTo>
                <a:cubicBezTo>
                  <a:pt x="10" y="484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808520" y="2097360"/>
            <a:ext cx="145080" cy="114120"/>
          </a:xfrm>
          <a:custGeom>
            <a:avLst/>
            <a:gdLst/>
            <a:ahLst/>
            <a:rect l="0" t="0" r="r" b="b"/>
            <a:pathLst>
              <a:path w="403" h="317">
                <a:moveTo>
                  <a:pt x="147" y="317"/>
                </a:moveTo>
                <a:cubicBezTo>
                  <a:pt x="140" y="316"/>
                  <a:pt x="115" y="315"/>
                  <a:pt x="71" y="315"/>
                </a:cubicBezTo>
                <a:cubicBezTo>
                  <a:pt x="33" y="315"/>
                  <a:pt x="10" y="316"/>
                  <a:pt x="5" y="317"/>
                </a:cubicBezTo>
                <a:lnTo>
                  <a:pt x="0" y="317"/>
                </a:lnTo>
                <a:lnTo>
                  <a:pt x="0" y="273"/>
                </a:lnTo>
                <a:lnTo>
                  <a:pt x="68" y="273"/>
                </a:lnTo>
                <a:lnTo>
                  <a:pt x="160" y="166"/>
                </a:lnTo>
                <a:lnTo>
                  <a:pt x="62" y="45"/>
                </a:lnTo>
                <a:lnTo>
                  <a:pt x="3" y="45"/>
                </a:lnTo>
                <a:lnTo>
                  <a:pt x="3" y="0"/>
                </a:lnTo>
                <a:lnTo>
                  <a:pt x="9" y="0"/>
                </a:lnTo>
                <a:cubicBezTo>
                  <a:pt x="16" y="3"/>
                  <a:pt x="42" y="4"/>
                  <a:pt x="88" y="4"/>
                </a:cubicBezTo>
                <a:cubicBezTo>
                  <a:pt x="137" y="4"/>
                  <a:pt x="166" y="3"/>
                  <a:pt x="174" y="0"/>
                </a:cubicBezTo>
                <a:lnTo>
                  <a:pt x="181" y="0"/>
                </a:lnTo>
                <a:lnTo>
                  <a:pt x="181" y="45"/>
                </a:lnTo>
                <a:lnTo>
                  <a:pt x="161" y="45"/>
                </a:lnTo>
                <a:lnTo>
                  <a:pt x="186" y="76"/>
                </a:lnTo>
                <a:cubicBezTo>
                  <a:pt x="202" y="96"/>
                  <a:pt x="210" y="106"/>
                  <a:pt x="211" y="106"/>
                </a:cubicBezTo>
                <a:cubicBezTo>
                  <a:pt x="213" y="106"/>
                  <a:pt x="222" y="96"/>
                  <a:pt x="238" y="75"/>
                </a:cubicBezTo>
                <a:lnTo>
                  <a:pt x="263" y="45"/>
                </a:lnTo>
                <a:lnTo>
                  <a:pt x="236" y="45"/>
                </a:lnTo>
                <a:lnTo>
                  <a:pt x="236" y="0"/>
                </a:lnTo>
                <a:lnTo>
                  <a:pt x="242" y="0"/>
                </a:lnTo>
                <a:cubicBezTo>
                  <a:pt x="249" y="3"/>
                  <a:pt x="274" y="4"/>
                  <a:pt x="317" y="4"/>
                </a:cubicBezTo>
                <a:cubicBezTo>
                  <a:pt x="356" y="4"/>
                  <a:pt x="378" y="3"/>
                  <a:pt x="384" y="0"/>
                </a:cubicBezTo>
                <a:lnTo>
                  <a:pt x="389" y="0"/>
                </a:lnTo>
                <a:lnTo>
                  <a:pt x="389" y="45"/>
                </a:lnTo>
                <a:lnTo>
                  <a:pt x="321" y="45"/>
                </a:lnTo>
                <a:lnTo>
                  <a:pt x="238" y="142"/>
                </a:lnTo>
                <a:lnTo>
                  <a:pt x="344" y="272"/>
                </a:lnTo>
                <a:lnTo>
                  <a:pt x="374" y="273"/>
                </a:lnTo>
                <a:lnTo>
                  <a:pt x="403" y="273"/>
                </a:lnTo>
                <a:lnTo>
                  <a:pt x="403" y="317"/>
                </a:lnTo>
                <a:lnTo>
                  <a:pt x="397" y="317"/>
                </a:lnTo>
                <a:cubicBezTo>
                  <a:pt x="390" y="316"/>
                  <a:pt x="364" y="315"/>
                  <a:pt x="320" y="315"/>
                </a:cubicBezTo>
                <a:cubicBezTo>
                  <a:pt x="270" y="315"/>
                  <a:pt x="241" y="316"/>
                  <a:pt x="233" y="317"/>
                </a:cubicBezTo>
                <a:lnTo>
                  <a:pt x="226" y="317"/>
                </a:lnTo>
                <a:lnTo>
                  <a:pt x="226" y="273"/>
                </a:lnTo>
                <a:lnTo>
                  <a:pt x="246" y="273"/>
                </a:lnTo>
                <a:cubicBezTo>
                  <a:pt x="246" y="273"/>
                  <a:pt x="237" y="261"/>
                  <a:pt x="218" y="238"/>
                </a:cubicBezTo>
                <a:cubicBezTo>
                  <a:pt x="199" y="214"/>
                  <a:pt x="189" y="202"/>
                  <a:pt x="189" y="201"/>
                </a:cubicBezTo>
                <a:lnTo>
                  <a:pt x="127" y="272"/>
                </a:lnTo>
                <a:lnTo>
                  <a:pt x="140" y="273"/>
                </a:lnTo>
                <a:lnTo>
                  <a:pt x="153" y="273"/>
                </a:lnTo>
                <a:lnTo>
                  <a:pt x="153" y="317"/>
                </a:lnTo>
                <a:lnTo>
                  <a:pt x="147" y="3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97268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3" y="0"/>
                </a:moveTo>
                <a:lnTo>
                  <a:pt x="6" y="0"/>
                </a:lnTo>
                <a:cubicBezTo>
                  <a:pt x="9" y="0"/>
                  <a:pt x="11" y="0"/>
                  <a:pt x="13" y="0"/>
                </a:cubicBezTo>
                <a:lnTo>
                  <a:pt x="22" y="0"/>
                </a:lnTo>
                <a:lnTo>
                  <a:pt x="43" y="17"/>
                </a:lnTo>
                <a:cubicBezTo>
                  <a:pt x="87" y="57"/>
                  <a:pt x="120" y="107"/>
                  <a:pt x="140" y="168"/>
                </a:cubicBezTo>
                <a:cubicBezTo>
                  <a:pt x="161" y="228"/>
                  <a:pt x="171" y="290"/>
                  <a:pt x="171" y="355"/>
                </a:cubicBezTo>
                <a:cubicBezTo>
                  <a:pt x="171" y="388"/>
                  <a:pt x="169" y="419"/>
                  <a:pt x="164" y="450"/>
                </a:cubicBezTo>
                <a:cubicBezTo>
                  <a:pt x="159" y="479"/>
                  <a:pt x="154" y="505"/>
                  <a:pt x="147" y="526"/>
                </a:cubicBezTo>
                <a:cubicBezTo>
                  <a:pt x="141" y="547"/>
                  <a:pt x="133" y="567"/>
                  <a:pt x="121" y="588"/>
                </a:cubicBezTo>
                <a:cubicBezTo>
                  <a:pt x="110" y="609"/>
                  <a:pt x="101" y="625"/>
                  <a:pt x="94" y="636"/>
                </a:cubicBezTo>
                <a:cubicBezTo>
                  <a:pt x="87" y="647"/>
                  <a:pt x="78" y="659"/>
                  <a:pt x="65" y="672"/>
                </a:cubicBezTo>
                <a:cubicBezTo>
                  <a:pt x="52" y="686"/>
                  <a:pt x="45" y="693"/>
                  <a:pt x="41" y="696"/>
                </a:cubicBezTo>
                <a:cubicBezTo>
                  <a:pt x="39" y="698"/>
                  <a:pt x="33" y="703"/>
                  <a:pt x="25" y="709"/>
                </a:cubicBezTo>
                <a:cubicBezTo>
                  <a:pt x="23" y="711"/>
                  <a:pt x="22" y="712"/>
                  <a:pt x="22" y="712"/>
                </a:cubicBezTo>
                <a:lnTo>
                  <a:pt x="13" y="712"/>
                </a:lnTo>
                <a:cubicBezTo>
                  <a:pt x="10" y="712"/>
                  <a:pt x="7" y="712"/>
                  <a:pt x="6" y="712"/>
                </a:cubicBezTo>
                <a:cubicBezTo>
                  <a:pt x="4" y="712"/>
                  <a:pt x="3" y="711"/>
                  <a:pt x="2" y="710"/>
                </a:cubicBezTo>
                <a:cubicBezTo>
                  <a:pt x="1" y="709"/>
                  <a:pt x="0" y="706"/>
                  <a:pt x="0" y="704"/>
                </a:cubicBezTo>
                <a:cubicBezTo>
                  <a:pt x="0" y="703"/>
                  <a:pt x="3" y="700"/>
                  <a:pt x="8" y="694"/>
                </a:cubicBezTo>
                <a:cubicBezTo>
                  <a:pt x="82" y="618"/>
                  <a:pt x="119" y="505"/>
                  <a:pt x="119" y="355"/>
                </a:cubicBezTo>
                <a:cubicBezTo>
                  <a:pt x="119" y="206"/>
                  <a:pt x="82" y="94"/>
                  <a:pt x="8" y="17"/>
                </a:cubicBezTo>
                <a:cubicBezTo>
                  <a:pt x="3" y="12"/>
                  <a:pt x="0" y="9"/>
                  <a:pt x="0" y="8"/>
                </a:cubicBezTo>
                <a:cubicBezTo>
                  <a:pt x="0" y="4"/>
                  <a:pt x="1" y="2"/>
                  <a:pt x="3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143680" y="2117160"/>
            <a:ext cx="171000" cy="60480"/>
          </a:xfrm>
          <a:custGeom>
            <a:avLst/>
            <a:gdLst/>
            <a:ahLst/>
            <a:rect l="0" t="0" r="r" b="b"/>
            <a:pathLst>
              <a:path w="475" h="168">
                <a:moveTo>
                  <a:pt x="0" y="15"/>
                </a:moveTo>
                <a:cubicBezTo>
                  <a:pt x="0" y="8"/>
                  <a:pt x="3" y="3"/>
                  <a:pt x="10" y="0"/>
                </a:cubicBezTo>
                <a:lnTo>
                  <a:pt x="464" y="0"/>
                </a:lnTo>
                <a:cubicBezTo>
                  <a:pt x="471" y="4"/>
                  <a:pt x="475" y="9"/>
                  <a:pt x="475" y="15"/>
                </a:cubicBezTo>
                <a:cubicBezTo>
                  <a:pt x="475" y="21"/>
                  <a:pt x="471" y="25"/>
                  <a:pt x="465" y="29"/>
                </a:cubicBezTo>
                <a:lnTo>
                  <a:pt x="239" y="30"/>
                </a:lnTo>
                <a:lnTo>
                  <a:pt x="11" y="30"/>
                </a:lnTo>
                <a:cubicBezTo>
                  <a:pt x="4" y="27"/>
                  <a:pt x="0" y="23"/>
                  <a:pt x="0" y="15"/>
                </a:cubicBezTo>
                <a:moveTo>
                  <a:pt x="0" y="153"/>
                </a:moveTo>
                <a:cubicBezTo>
                  <a:pt x="0" y="146"/>
                  <a:pt x="4" y="142"/>
                  <a:pt x="11" y="139"/>
                </a:cubicBezTo>
                <a:lnTo>
                  <a:pt x="465" y="139"/>
                </a:lnTo>
                <a:cubicBezTo>
                  <a:pt x="471" y="144"/>
                  <a:pt x="475" y="149"/>
                  <a:pt x="475" y="153"/>
                </a:cubicBezTo>
                <a:cubicBezTo>
                  <a:pt x="475" y="160"/>
                  <a:pt x="471" y="164"/>
                  <a:pt x="464" y="168"/>
                </a:cubicBezTo>
                <a:lnTo>
                  <a:pt x="10" y="168"/>
                </a:lnTo>
                <a:cubicBezTo>
                  <a:pt x="3" y="164"/>
                  <a:pt x="0" y="160"/>
                  <a:pt x="0" y="15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404680" y="2100960"/>
            <a:ext cx="142200" cy="113400"/>
          </a:xfrm>
          <a:custGeom>
            <a:avLst/>
            <a:gdLst/>
            <a:ahLst/>
            <a:rect l="0" t="0" r="r" b="b"/>
            <a:pathLst>
              <a:path w="395" h="315">
                <a:moveTo>
                  <a:pt x="80" y="315"/>
                </a:moveTo>
                <a:cubicBezTo>
                  <a:pt x="64" y="315"/>
                  <a:pt x="56" y="307"/>
                  <a:pt x="56" y="292"/>
                </a:cubicBezTo>
                <a:lnTo>
                  <a:pt x="56" y="283"/>
                </a:lnTo>
                <a:lnTo>
                  <a:pt x="65" y="263"/>
                </a:lnTo>
                <a:cubicBezTo>
                  <a:pt x="101" y="188"/>
                  <a:pt x="127" y="123"/>
                  <a:pt x="143" y="69"/>
                </a:cubicBezTo>
                <a:lnTo>
                  <a:pt x="148" y="52"/>
                </a:lnTo>
                <a:lnTo>
                  <a:pt x="126" y="52"/>
                </a:lnTo>
                <a:cubicBezTo>
                  <a:pt x="108" y="52"/>
                  <a:pt x="95" y="52"/>
                  <a:pt x="87" y="54"/>
                </a:cubicBezTo>
                <a:cubicBezTo>
                  <a:pt x="80" y="55"/>
                  <a:pt x="70" y="60"/>
                  <a:pt x="60" y="67"/>
                </a:cubicBezTo>
                <a:cubicBezTo>
                  <a:pt x="54" y="71"/>
                  <a:pt x="49" y="75"/>
                  <a:pt x="44" y="80"/>
                </a:cubicBezTo>
                <a:cubicBezTo>
                  <a:pt x="39" y="85"/>
                  <a:pt x="34" y="90"/>
                  <a:pt x="30" y="95"/>
                </a:cubicBezTo>
                <a:cubicBezTo>
                  <a:pt x="27" y="100"/>
                  <a:pt x="24" y="103"/>
                  <a:pt x="24" y="104"/>
                </a:cubicBezTo>
                <a:cubicBezTo>
                  <a:pt x="23" y="104"/>
                  <a:pt x="19" y="104"/>
                  <a:pt x="13" y="104"/>
                </a:cubicBezTo>
                <a:cubicBezTo>
                  <a:pt x="4" y="104"/>
                  <a:pt x="0" y="102"/>
                  <a:pt x="0" y="97"/>
                </a:cubicBezTo>
                <a:cubicBezTo>
                  <a:pt x="0" y="94"/>
                  <a:pt x="4" y="86"/>
                  <a:pt x="13" y="72"/>
                </a:cubicBezTo>
                <a:cubicBezTo>
                  <a:pt x="22" y="58"/>
                  <a:pt x="35" y="44"/>
                  <a:pt x="52" y="28"/>
                </a:cubicBezTo>
                <a:cubicBezTo>
                  <a:pt x="70" y="12"/>
                  <a:pt x="86" y="3"/>
                  <a:pt x="103" y="1"/>
                </a:cubicBezTo>
                <a:cubicBezTo>
                  <a:pt x="106" y="0"/>
                  <a:pt x="161" y="0"/>
                  <a:pt x="264" y="0"/>
                </a:cubicBezTo>
                <a:cubicBezTo>
                  <a:pt x="340" y="0"/>
                  <a:pt x="379" y="0"/>
                  <a:pt x="381" y="0"/>
                </a:cubicBezTo>
                <a:cubicBezTo>
                  <a:pt x="390" y="4"/>
                  <a:pt x="395" y="10"/>
                  <a:pt x="395" y="20"/>
                </a:cubicBezTo>
                <a:cubicBezTo>
                  <a:pt x="395" y="35"/>
                  <a:pt x="387" y="45"/>
                  <a:pt x="372" y="50"/>
                </a:cubicBezTo>
                <a:cubicBezTo>
                  <a:pt x="369" y="51"/>
                  <a:pt x="353" y="52"/>
                  <a:pt x="323" y="52"/>
                </a:cubicBezTo>
                <a:lnTo>
                  <a:pt x="278" y="52"/>
                </a:lnTo>
                <a:lnTo>
                  <a:pt x="275" y="64"/>
                </a:lnTo>
                <a:cubicBezTo>
                  <a:pt x="270" y="98"/>
                  <a:pt x="267" y="126"/>
                  <a:pt x="267" y="148"/>
                </a:cubicBezTo>
                <a:cubicBezTo>
                  <a:pt x="267" y="173"/>
                  <a:pt x="269" y="195"/>
                  <a:pt x="273" y="214"/>
                </a:cubicBezTo>
                <a:cubicBezTo>
                  <a:pt x="278" y="234"/>
                  <a:pt x="282" y="249"/>
                  <a:pt x="287" y="260"/>
                </a:cubicBezTo>
                <a:cubicBezTo>
                  <a:pt x="292" y="271"/>
                  <a:pt x="294" y="278"/>
                  <a:pt x="294" y="280"/>
                </a:cubicBezTo>
                <a:cubicBezTo>
                  <a:pt x="294" y="289"/>
                  <a:pt x="291" y="297"/>
                  <a:pt x="284" y="304"/>
                </a:cubicBezTo>
                <a:cubicBezTo>
                  <a:pt x="277" y="311"/>
                  <a:pt x="269" y="314"/>
                  <a:pt x="258" y="314"/>
                </a:cubicBezTo>
                <a:cubicBezTo>
                  <a:pt x="253" y="314"/>
                  <a:pt x="249" y="314"/>
                  <a:pt x="246" y="312"/>
                </a:cubicBezTo>
                <a:cubicBezTo>
                  <a:pt x="242" y="311"/>
                  <a:pt x="238" y="305"/>
                  <a:pt x="234" y="295"/>
                </a:cubicBezTo>
                <a:cubicBezTo>
                  <a:pt x="230" y="284"/>
                  <a:pt x="226" y="270"/>
                  <a:pt x="223" y="251"/>
                </a:cubicBezTo>
                <a:cubicBezTo>
                  <a:pt x="222" y="247"/>
                  <a:pt x="222" y="237"/>
                  <a:pt x="222" y="220"/>
                </a:cubicBezTo>
                <a:cubicBezTo>
                  <a:pt x="222" y="197"/>
                  <a:pt x="224" y="172"/>
                  <a:pt x="228" y="145"/>
                </a:cubicBezTo>
                <a:cubicBezTo>
                  <a:pt x="233" y="119"/>
                  <a:pt x="237" y="97"/>
                  <a:pt x="241" y="80"/>
                </a:cubicBezTo>
                <a:cubicBezTo>
                  <a:pt x="246" y="63"/>
                  <a:pt x="248" y="53"/>
                  <a:pt x="248" y="52"/>
                </a:cubicBezTo>
                <a:lnTo>
                  <a:pt x="179" y="52"/>
                </a:lnTo>
                <a:lnTo>
                  <a:pt x="178" y="54"/>
                </a:lnTo>
                <a:cubicBezTo>
                  <a:pt x="178" y="56"/>
                  <a:pt x="173" y="75"/>
                  <a:pt x="164" y="111"/>
                </a:cubicBezTo>
                <a:cubicBezTo>
                  <a:pt x="154" y="147"/>
                  <a:pt x="144" y="185"/>
                  <a:pt x="133" y="225"/>
                </a:cubicBezTo>
                <a:cubicBezTo>
                  <a:pt x="121" y="265"/>
                  <a:pt x="114" y="289"/>
                  <a:pt x="111" y="295"/>
                </a:cubicBezTo>
                <a:cubicBezTo>
                  <a:pt x="106" y="308"/>
                  <a:pt x="95" y="315"/>
                  <a:pt x="80" y="31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558040" y="213012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3" y="30"/>
                </a:moveTo>
                <a:cubicBezTo>
                  <a:pt x="83" y="22"/>
                  <a:pt x="86" y="15"/>
                  <a:pt x="92" y="9"/>
                </a:cubicBezTo>
                <a:cubicBezTo>
                  <a:pt x="99" y="3"/>
                  <a:pt x="106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6" y="21"/>
                </a:cubicBezTo>
                <a:cubicBezTo>
                  <a:pt x="136" y="28"/>
                  <a:pt x="133" y="35"/>
                  <a:pt x="126" y="42"/>
                </a:cubicBezTo>
                <a:cubicBezTo>
                  <a:pt x="119" y="48"/>
                  <a:pt x="112" y="51"/>
                  <a:pt x="104" y="52"/>
                </a:cubicBezTo>
                <a:cubicBezTo>
                  <a:pt x="99" y="52"/>
                  <a:pt x="94" y="50"/>
                  <a:pt x="90" y="47"/>
                </a:cubicBezTo>
                <a:cubicBezTo>
                  <a:pt x="86" y="43"/>
                  <a:pt x="83" y="38"/>
                  <a:pt x="83" y="30"/>
                </a:cubicBezTo>
                <a:moveTo>
                  <a:pt x="0" y="188"/>
                </a:moveTo>
                <a:cubicBezTo>
                  <a:pt x="0" y="185"/>
                  <a:pt x="2" y="180"/>
                  <a:pt x="5" y="172"/>
                </a:cubicBezTo>
                <a:cubicBezTo>
                  <a:pt x="8" y="164"/>
                  <a:pt x="12" y="156"/>
                  <a:pt x="17" y="146"/>
                </a:cubicBezTo>
                <a:cubicBezTo>
                  <a:pt x="22" y="137"/>
                  <a:pt x="30" y="128"/>
                  <a:pt x="40" y="121"/>
                </a:cubicBezTo>
                <a:cubicBezTo>
                  <a:pt x="49" y="113"/>
                  <a:pt x="59" y="109"/>
                  <a:pt x="70" y="110"/>
                </a:cubicBezTo>
                <a:cubicBezTo>
                  <a:pt x="83" y="110"/>
                  <a:pt x="94" y="114"/>
                  <a:pt x="102" y="121"/>
                </a:cubicBezTo>
                <a:cubicBezTo>
                  <a:pt x="111" y="129"/>
                  <a:pt x="116" y="139"/>
                  <a:pt x="116" y="152"/>
                </a:cubicBezTo>
                <a:cubicBezTo>
                  <a:pt x="116" y="158"/>
                  <a:pt x="114" y="168"/>
                  <a:pt x="109" y="181"/>
                </a:cubicBezTo>
                <a:cubicBezTo>
                  <a:pt x="104" y="194"/>
                  <a:pt x="98" y="211"/>
                  <a:pt x="89" y="233"/>
                </a:cubicBezTo>
                <a:cubicBezTo>
                  <a:pt x="80" y="256"/>
                  <a:pt x="73" y="274"/>
                  <a:pt x="68" y="290"/>
                </a:cubicBezTo>
                <a:cubicBezTo>
                  <a:pt x="66" y="298"/>
                  <a:pt x="65" y="303"/>
                  <a:pt x="65" y="306"/>
                </a:cubicBezTo>
                <a:cubicBezTo>
                  <a:pt x="65" y="315"/>
                  <a:pt x="68" y="319"/>
                  <a:pt x="74" y="319"/>
                </a:cubicBezTo>
                <a:cubicBezTo>
                  <a:pt x="77" y="319"/>
                  <a:pt x="80" y="318"/>
                  <a:pt x="83" y="317"/>
                </a:cubicBezTo>
                <a:cubicBezTo>
                  <a:pt x="87" y="316"/>
                  <a:pt x="91" y="314"/>
                  <a:pt x="95" y="310"/>
                </a:cubicBezTo>
                <a:cubicBezTo>
                  <a:pt x="99" y="307"/>
                  <a:pt x="104" y="301"/>
                  <a:pt x="109" y="293"/>
                </a:cubicBezTo>
                <a:cubicBezTo>
                  <a:pt x="113" y="285"/>
                  <a:pt x="117" y="275"/>
                  <a:pt x="121" y="263"/>
                </a:cubicBezTo>
                <a:cubicBezTo>
                  <a:pt x="122" y="259"/>
                  <a:pt x="123" y="257"/>
                  <a:pt x="124" y="256"/>
                </a:cubicBezTo>
                <a:cubicBezTo>
                  <a:pt x="124" y="255"/>
                  <a:pt x="127" y="255"/>
                  <a:pt x="132" y="255"/>
                </a:cubicBezTo>
                <a:cubicBezTo>
                  <a:pt x="139" y="255"/>
                  <a:pt x="142" y="257"/>
                  <a:pt x="142" y="260"/>
                </a:cubicBezTo>
                <a:cubicBezTo>
                  <a:pt x="142" y="263"/>
                  <a:pt x="141" y="268"/>
                  <a:pt x="138" y="276"/>
                </a:cubicBezTo>
                <a:cubicBezTo>
                  <a:pt x="135" y="283"/>
                  <a:pt x="130" y="292"/>
                  <a:pt x="125" y="301"/>
                </a:cubicBezTo>
                <a:cubicBezTo>
                  <a:pt x="120" y="311"/>
                  <a:pt x="112" y="319"/>
                  <a:pt x="102" y="326"/>
                </a:cubicBezTo>
                <a:cubicBezTo>
                  <a:pt x="93" y="334"/>
                  <a:pt x="82" y="339"/>
                  <a:pt x="71" y="339"/>
                </a:cubicBezTo>
                <a:cubicBezTo>
                  <a:pt x="61" y="339"/>
                  <a:pt x="51" y="334"/>
                  <a:pt x="42" y="327"/>
                </a:cubicBezTo>
                <a:cubicBezTo>
                  <a:pt x="33" y="320"/>
                  <a:pt x="28" y="309"/>
                  <a:pt x="28" y="295"/>
                </a:cubicBezTo>
                <a:cubicBezTo>
                  <a:pt x="28" y="289"/>
                  <a:pt x="28" y="284"/>
                  <a:pt x="30" y="279"/>
                </a:cubicBezTo>
                <a:cubicBezTo>
                  <a:pt x="32" y="274"/>
                  <a:pt x="39" y="255"/>
                  <a:pt x="52" y="221"/>
                </a:cubicBezTo>
                <a:cubicBezTo>
                  <a:pt x="64" y="187"/>
                  <a:pt x="72" y="167"/>
                  <a:pt x="74" y="160"/>
                </a:cubicBezTo>
                <a:cubicBezTo>
                  <a:pt x="76" y="154"/>
                  <a:pt x="77" y="147"/>
                  <a:pt x="77" y="141"/>
                </a:cubicBezTo>
                <a:cubicBezTo>
                  <a:pt x="77" y="133"/>
                  <a:pt x="74" y="129"/>
                  <a:pt x="69" y="129"/>
                </a:cubicBezTo>
                <a:lnTo>
                  <a:pt x="68" y="129"/>
                </a:lnTo>
                <a:cubicBezTo>
                  <a:pt x="58" y="129"/>
                  <a:pt x="48" y="134"/>
                  <a:pt x="40" y="145"/>
                </a:cubicBezTo>
                <a:cubicBezTo>
                  <a:pt x="32" y="156"/>
                  <a:pt x="25" y="171"/>
                  <a:pt x="21" y="188"/>
                </a:cubicBezTo>
                <a:cubicBezTo>
                  <a:pt x="21" y="188"/>
                  <a:pt x="20" y="188"/>
                  <a:pt x="20" y="189"/>
                </a:cubicBezTo>
                <a:cubicBezTo>
                  <a:pt x="20" y="190"/>
                  <a:pt x="19" y="190"/>
                  <a:pt x="19" y="191"/>
                </a:cubicBezTo>
                <a:lnTo>
                  <a:pt x="18" y="192"/>
                </a:lnTo>
                <a:lnTo>
                  <a:pt x="17" y="192"/>
                </a:lnTo>
                <a:cubicBezTo>
                  <a:pt x="17" y="192"/>
                  <a:pt x="16" y="192"/>
                  <a:pt x="15" y="192"/>
                </a:cubicBezTo>
                <a:cubicBezTo>
                  <a:pt x="14" y="192"/>
                  <a:pt x="13" y="192"/>
                  <a:pt x="11" y="192"/>
                </a:cubicBezTo>
                <a:lnTo>
                  <a:pt x="4" y="192"/>
                </a:lnTo>
                <a:cubicBezTo>
                  <a:pt x="2" y="190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65344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0" y="355"/>
                </a:moveTo>
                <a:cubicBezTo>
                  <a:pt x="0" y="323"/>
                  <a:pt x="3" y="292"/>
                  <a:pt x="7" y="262"/>
                </a:cubicBezTo>
                <a:cubicBezTo>
                  <a:pt x="12" y="233"/>
                  <a:pt x="18" y="207"/>
                  <a:pt x="25" y="186"/>
                </a:cubicBezTo>
                <a:cubicBezTo>
                  <a:pt x="31" y="165"/>
                  <a:pt x="40" y="144"/>
                  <a:pt x="51" y="123"/>
                </a:cubicBezTo>
                <a:cubicBezTo>
                  <a:pt x="63" y="103"/>
                  <a:pt x="72" y="87"/>
                  <a:pt x="78" y="76"/>
                </a:cubicBezTo>
                <a:cubicBezTo>
                  <a:pt x="85" y="64"/>
                  <a:pt x="95" y="52"/>
                  <a:pt x="108" y="39"/>
                </a:cubicBezTo>
                <a:cubicBezTo>
                  <a:pt x="121" y="26"/>
                  <a:pt x="129" y="17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1" y="0"/>
                </a:lnTo>
                <a:cubicBezTo>
                  <a:pt x="168" y="0"/>
                  <a:pt x="171" y="2"/>
                  <a:pt x="171" y="6"/>
                </a:cubicBezTo>
                <a:cubicBezTo>
                  <a:pt x="171" y="7"/>
                  <a:pt x="167" y="12"/>
                  <a:pt x="159" y="21"/>
                </a:cubicBezTo>
                <a:cubicBezTo>
                  <a:pt x="151" y="30"/>
                  <a:pt x="142" y="42"/>
                  <a:pt x="130" y="59"/>
                </a:cubicBezTo>
                <a:cubicBezTo>
                  <a:pt x="119" y="75"/>
                  <a:pt x="107" y="96"/>
                  <a:pt x="95" y="120"/>
                </a:cubicBezTo>
                <a:cubicBezTo>
                  <a:pt x="83" y="144"/>
                  <a:pt x="73" y="177"/>
                  <a:pt x="65" y="218"/>
                </a:cubicBezTo>
                <a:cubicBezTo>
                  <a:pt x="57" y="259"/>
                  <a:pt x="53" y="305"/>
                  <a:pt x="53" y="355"/>
                </a:cubicBezTo>
                <a:cubicBezTo>
                  <a:pt x="53" y="406"/>
                  <a:pt x="57" y="452"/>
                  <a:pt x="65" y="493"/>
                </a:cubicBezTo>
                <a:cubicBezTo>
                  <a:pt x="73" y="534"/>
                  <a:pt x="83" y="567"/>
                  <a:pt x="95" y="592"/>
                </a:cubicBezTo>
                <a:cubicBezTo>
                  <a:pt x="106" y="617"/>
                  <a:pt x="118" y="637"/>
                  <a:pt x="129" y="653"/>
                </a:cubicBezTo>
                <a:cubicBezTo>
                  <a:pt x="141" y="669"/>
                  <a:pt x="151" y="681"/>
                  <a:pt x="159" y="691"/>
                </a:cubicBezTo>
                <a:cubicBezTo>
                  <a:pt x="167" y="700"/>
                  <a:pt x="171" y="705"/>
                  <a:pt x="171" y="706"/>
                </a:cubicBezTo>
                <a:cubicBezTo>
                  <a:pt x="171" y="710"/>
                  <a:pt x="168" y="712"/>
                  <a:pt x="161" y="712"/>
                </a:cubicBezTo>
                <a:lnTo>
                  <a:pt x="159" y="712"/>
                </a:lnTo>
                <a:lnTo>
                  <a:pt x="149" y="712"/>
                </a:lnTo>
                <a:lnTo>
                  <a:pt x="129" y="695"/>
                </a:lnTo>
                <a:cubicBezTo>
                  <a:pt x="85" y="655"/>
                  <a:pt x="52" y="604"/>
                  <a:pt x="32" y="544"/>
                </a:cubicBezTo>
                <a:cubicBezTo>
                  <a:pt x="11" y="484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5734440" y="2097360"/>
            <a:ext cx="145080" cy="114120"/>
          </a:xfrm>
          <a:custGeom>
            <a:avLst/>
            <a:gdLst/>
            <a:ahLst/>
            <a:rect l="0" t="0" r="r" b="b"/>
            <a:pathLst>
              <a:path w="403" h="317">
                <a:moveTo>
                  <a:pt x="147" y="317"/>
                </a:moveTo>
                <a:cubicBezTo>
                  <a:pt x="140" y="316"/>
                  <a:pt x="114" y="315"/>
                  <a:pt x="71" y="315"/>
                </a:cubicBezTo>
                <a:cubicBezTo>
                  <a:pt x="33" y="315"/>
                  <a:pt x="11" y="316"/>
                  <a:pt x="5" y="317"/>
                </a:cubicBezTo>
                <a:lnTo>
                  <a:pt x="0" y="317"/>
                </a:lnTo>
                <a:lnTo>
                  <a:pt x="0" y="273"/>
                </a:lnTo>
                <a:lnTo>
                  <a:pt x="68" y="273"/>
                </a:lnTo>
                <a:lnTo>
                  <a:pt x="160" y="166"/>
                </a:lnTo>
                <a:lnTo>
                  <a:pt x="63" y="45"/>
                </a:lnTo>
                <a:lnTo>
                  <a:pt x="4" y="45"/>
                </a:lnTo>
                <a:lnTo>
                  <a:pt x="4" y="0"/>
                </a:lnTo>
                <a:lnTo>
                  <a:pt x="9" y="0"/>
                </a:lnTo>
                <a:cubicBezTo>
                  <a:pt x="17" y="3"/>
                  <a:pt x="42" y="4"/>
                  <a:pt x="87" y="4"/>
                </a:cubicBezTo>
                <a:cubicBezTo>
                  <a:pt x="136" y="4"/>
                  <a:pt x="165" y="3"/>
                  <a:pt x="174" y="0"/>
                </a:cubicBezTo>
                <a:lnTo>
                  <a:pt x="180" y="0"/>
                </a:lnTo>
                <a:lnTo>
                  <a:pt x="180" y="45"/>
                </a:lnTo>
                <a:lnTo>
                  <a:pt x="160" y="45"/>
                </a:lnTo>
                <a:lnTo>
                  <a:pt x="185" y="76"/>
                </a:lnTo>
                <a:cubicBezTo>
                  <a:pt x="201" y="96"/>
                  <a:pt x="210" y="106"/>
                  <a:pt x="210" y="106"/>
                </a:cubicBezTo>
                <a:cubicBezTo>
                  <a:pt x="212" y="106"/>
                  <a:pt x="221" y="96"/>
                  <a:pt x="237" y="75"/>
                </a:cubicBezTo>
                <a:lnTo>
                  <a:pt x="262" y="45"/>
                </a:lnTo>
                <a:lnTo>
                  <a:pt x="236" y="45"/>
                </a:lnTo>
                <a:lnTo>
                  <a:pt x="236" y="0"/>
                </a:lnTo>
                <a:lnTo>
                  <a:pt x="241" y="0"/>
                </a:lnTo>
                <a:cubicBezTo>
                  <a:pt x="248" y="3"/>
                  <a:pt x="274" y="4"/>
                  <a:pt x="318" y="4"/>
                </a:cubicBezTo>
                <a:cubicBezTo>
                  <a:pt x="356" y="4"/>
                  <a:pt x="378" y="3"/>
                  <a:pt x="384" y="0"/>
                </a:cubicBezTo>
                <a:lnTo>
                  <a:pt x="389" y="0"/>
                </a:lnTo>
                <a:lnTo>
                  <a:pt x="389" y="45"/>
                </a:lnTo>
                <a:lnTo>
                  <a:pt x="321" y="45"/>
                </a:lnTo>
                <a:lnTo>
                  <a:pt x="238" y="142"/>
                </a:lnTo>
                <a:lnTo>
                  <a:pt x="345" y="272"/>
                </a:lnTo>
                <a:lnTo>
                  <a:pt x="374" y="273"/>
                </a:lnTo>
                <a:lnTo>
                  <a:pt x="403" y="273"/>
                </a:lnTo>
                <a:lnTo>
                  <a:pt x="403" y="317"/>
                </a:lnTo>
                <a:lnTo>
                  <a:pt x="397" y="317"/>
                </a:lnTo>
                <a:cubicBezTo>
                  <a:pt x="390" y="316"/>
                  <a:pt x="365" y="315"/>
                  <a:pt x="320" y="315"/>
                </a:cubicBezTo>
                <a:cubicBezTo>
                  <a:pt x="270" y="315"/>
                  <a:pt x="241" y="316"/>
                  <a:pt x="232" y="317"/>
                </a:cubicBezTo>
                <a:lnTo>
                  <a:pt x="226" y="317"/>
                </a:lnTo>
                <a:lnTo>
                  <a:pt x="226" y="273"/>
                </a:lnTo>
                <a:lnTo>
                  <a:pt x="246" y="273"/>
                </a:lnTo>
                <a:cubicBezTo>
                  <a:pt x="246" y="273"/>
                  <a:pt x="236" y="261"/>
                  <a:pt x="217" y="238"/>
                </a:cubicBezTo>
                <a:cubicBezTo>
                  <a:pt x="198" y="214"/>
                  <a:pt x="188" y="202"/>
                  <a:pt x="188" y="201"/>
                </a:cubicBezTo>
                <a:lnTo>
                  <a:pt x="126" y="272"/>
                </a:lnTo>
                <a:lnTo>
                  <a:pt x="140" y="273"/>
                </a:lnTo>
                <a:lnTo>
                  <a:pt x="152" y="273"/>
                </a:lnTo>
                <a:lnTo>
                  <a:pt x="152" y="317"/>
                </a:lnTo>
                <a:lnTo>
                  <a:pt x="147" y="3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589860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4" y="0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7"/>
                  <a:pt x="120" y="107"/>
                  <a:pt x="141" y="168"/>
                </a:cubicBezTo>
                <a:cubicBezTo>
                  <a:pt x="161" y="228"/>
                  <a:pt x="171" y="290"/>
                  <a:pt x="171" y="355"/>
                </a:cubicBezTo>
                <a:cubicBezTo>
                  <a:pt x="171" y="388"/>
                  <a:pt x="169" y="419"/>
                  <a:pt x="164" y="450"/>
                </a:cubicBezTo>
                <a:cubicBezTo>
                  <a:pt x="159" y="479"/>
                  <a:pt x="154" y="505"/>
                  <a:pt x="148" y="526"/>
                </a:cubicBezTo>
                <a:cubicBezTo>
                  <a:pt x="142" y="547"/>
                  <a:pt x="133" y="567"/>
                  <a:pt x="121" y="588"/>
                </a:cubicBezTo>
                <a:cubicBezTo>
                  <a:pt x="110" y="609"/>
                  <a:pt x="101" y="625"/>
                  <a:pt x="94" y="636"/>
                </a:cubicBezTo>
                <a:cubicBezTo>
                  <a:pt x="88" y="647"/>
                  <a:pt x="78" y="659"/>
                  <a:pt x="65" y="672"/>
                </a:cubicBezTo>
                <a:cubicBezTo>
                  <a:pt x="52" y="686"/>
                  <a:pt x="45" y="693"/>
                  <a:pt x="43" y="696"/>
                </a:cubicBezTo>
                <a:cubicBezTo>
                  <a:pt x="40" y="698"/>
                  <a:pt x="35" y="703"/>
                  <a:pt x="26" y="709"/>
                </a:cubicBezTo>
                <a:cubicBezTo>
                  <a:pt x="25" y="711"/>
                  <a:pt x="24" y="712"/>
                  <a:pt x="23" y="712"/>
                </a:cubicBezTo>
                <a:lnTo>
                  <a:pt x="14" y="712"/>
                </a:lnTo>
                <a:cubicBezTo>
                  <a:pt x="10" y="712"/>
                  <a:pt x="7" y="712"/>
                  <a:pt x="6" y="712"/>
                </a:cubicBezTo>
                <a:cubicBezTo>
                  <a:pt x="5" y="712"/>
                  <a:pt x="3" y="711"/>
                  <a:pt x="2" y="710"/>
                </a:cubicBezTo>
                <a:cubicBezTo>
                  <a:pt x="1" y="709"/>
                  <a:pt x="1" y="706"/>
                  <a:pt x="0" y="704"/>
                </a:cubicBezTo>
                <a:cubicBezTo>
                  <a:pt x="1" y="703"/>
                  <a:pt x="3" y="700"/>
                  <a:pt x="8" y="694"/>
                </a:cubicBezTo>
                <a:cubicBezTo>
                  <a:pt x="83" y="618"/>
                  <a:pt x="119" y="505"/>
                  <a:pt x="119" y="355"/>
                </a:cubicBezTo>
                <a:cubicBezTo>
                  <a:pt x="119" y="206"/>
                  <a:pt x="83" y="94"/>
                  <a:pt x="8" y="17"/>
                </a:cubicBezTo>
                <a:cubicBezTo>
                  <a:pt x="3" y="12"/>
                  <a:pt x="1" y="9"/>
                  <a:pt x="0" y="8"/>
                </a:cubicBezTo>
                <a:cubicBezTo>
                  <a:pt x="0" y="4"/>
                  <a:pt x="1" y="2"/>
                  <a:pt x="4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060960" y="2131920"/>
            <a:ext cx="31680" cy="30960"/>
          </a:xfrm>
          <a:custGeom>
            <a:avLst/>
            <a:gdLst/>
            <a:ahLst/>
            <a:rect l="0" t="0" r="r" b="b"/>
            <a:pathLst>
              <a:path w="88" h="86">
                <a:moveTo>
                  <a:pt x="0" y="42"/>
                </a:moveTo>
                <a:cubicBezTo>
                  <a:pt x="0" y="31"/>
                  <a:pt x="4" y="21"/>
                  <a:pt x="13" y="13"/>
                </a:cubicBezTo>
                <a:cubicBezTo>
                  <a:pt x="21" y="4"/>
                  <a:pt x="31" y="0"/>
                  <a:pt x="43" y="0"/>
                </a:cubicBezTo>
                <a:cubicBezTo>
                  <a:pt x="55" y="0"/>
                  <a:pt x="65" y="4"/>
                  <a:pt x="74" y="11"/>
                </a:cubicBezTo>
                <a:cubicBezTo>
                  <a:pt x="83" y="19"/>
                  <a:pt x="87" y="29"/>
                  <a:pt x="88" y="42"/>
                </a:cubicBezTo>
                <a:cubicBezTo>
                  <a:pt x="88" y="54"/>
                  <a:pt x="84" y="64"/>
                  <a:pt x="75" y="73"/>
                </a:cubicBezTo>
                <a:cubicBezTo>
                  <a:pt x="67" y="82"/>
                  <a:pt x="56" y="86"/>
                  <a:pt x="44" y="86"/>
                </a:cubicBezTo>
                <a:cubicBezTo>
                  <a:pt x="32" y="86"/>
                  <a:pt x="21" y="82"/>
                  <a:pt x="13" y="74"/>
                </a:cubicBezTo>
                <a:cubicBezTo>
                  <a:pt x="5" y="65"/>
                  <a:pt x="1" y="55"/>
                  <a:pt x="0" y="42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6177240" y="2036160"/>
            <a:ext cx="219960" cy="175320"/>
          </a:xfrm>
          <a:custGeom>
            <a:avLst/>
            <a:gdLst/>
            <a:ahLst/>
            <a:rect l="0" t="0" r="r" b="b"/>
            <a:pathLst>
              <a:path w="611" h="487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4" y="27"/>
                  <a:pt x="114" y="25"/>
                </a:cubicBezTo>
                <a:cubicBezTo>
                  <a:pt x="114" y="13"/>
                  <a:pt x="116" y="5"/>
                  <a:pt x="122" y="1"/>
                </a:cubicBezTo>
                <a:cubicBezTo>
                  <a:pt x="123" y="1"/>
                  <a:pt x="127" y="0"/>
                  <a:pt x="134" y="0"/>
                </a:cubicBezTo>
                <a:cubicBezTo>
                  <a:pt x="153" y="1"/>
                  <a:pt x="185" y="2"/>
                  <a:pt x="231" y="2"/>
                </a:cubicBezTo>
                <a:cubicBezTo>
                  <a:pt x="248" y="2"/>
                  <a:pt x="262" y="2"/>
                  <a:pt x="276" y="2"/>
                </a:cubicBezTo>
                <a:cubicBezTo>
                  <a:pt x="290" y="2"/>
                  <a:pt x="301" y="2"/>
                  <a:pt x="308" y="1"/>
                </a:cubicBezTo>
                <a:cubicBezTo>
                  <a:pt x="316" y="1"/>
                  <a:pt x="321" y="1"/>
                  <a:pt x="322" y="1"/>
                </a:cubicBezTo>
                <a:cubicBezTo>
                  <a:pt x="330" y="1"/>
                  <a:pt x="334" y="3"/>
                  <a:pt x="334" y="8"/>
                </a:cubicBezTo>
                <a:cubicBezTo>
                  <a:pt x="334" y="9"/>
                  <a:pt x="333" y="12"/>
                  <a:pt x="332" y="18"/>
                </a:cubicBezTo>
                <a:cubicBezTo>
                  <a:pt x="330" y="26"/>
                  <a:pt x="328" y="31"/>
                  <a:pt x="325" y="32"/>
                </a:cubicBezTo>
                <a:lnTo>
                  <a:pt x="324" y="32"/>
                </a:lnTo>
                <a:cubicBezTo>
                  <a:pt x="323" y="32"/>
                  <a:pt x="322" y="32"/>
                  <a:pt x="320" y="32"/>
                </a:cubicBezTo>
                <a:cubicBezTo>
                  <a:pt x="319" y="32"/>
                  <a:pt x="317" y="32"/>
                  <a:pt x="315" y="32"/>
                </a:cubicBezTo>
                <a:cubicBezTo>
                  <a:pt x="313" y="32"/>
                  <a:pt x="311" y="33"/>
                  <a:pt x="309" y="33"/>
                </a:cubicBezTo>
                <a:cubicBezTo>
                  <a:pt x="307" y="34"/>
                  <a:pt x="304" y="34"/>
                  <a:pt x="303" y="33"/>
                </a:cubicBezTo>
                <a:cubicBezTo>
                  <a:pt x="284" y="34"/>
                  <a:pt x="272" y="34"/>
                  <a:pt x="267" y="35"/>
                </a:cubicBezTo>
                <a:cubicBezTo>
                  <a:pt x="262" y="36"/>
                  <a:pt x="258" y="39"/>
                  <a:pt x="254" y="43"/>
                </a:cubicBezTo>
                <a:cubicBezTo>
                  <a:pt x="253" y="45"/>
                  <a:pt x="245" y="74"/>
                  <a:pt x="231" y="131"/>
                </a:cubicBezTo>
                <a:cubicBezTo>
                  <a:pt x="228" y="143"/>
                  <a:pt x="225" y="157"/>
                  <a:pt x="221" y="172"/>
                </a:cubicBezTo>
                <a:cubicBezTo>
                  <a:pt x="217" y="187"/>
                  <a:pt x="214" y="198"/>
                  <a:pt x="212" y="205"/>
                </a:cubicBezTo>
                <a:lnTo>
                  <a:pt x="209" y="216"/>
                </a:lnTo>
                <a:cubicBezTo>
                  <a:pt x="209" y="217"/>
                  <a:pt x="244" y="217"/>
                  <a:pt x="313" y="217"/>
                </a:cubicBezTo>
                <a:lnTo>
                  <a:pt x="416" y="217"/>
                </a:lnTo>
                <a:lnTo>
                  <a:pt x="416" y="215"/>
                </a:lnTo>
                <a:cubicBezTo>
                  <a:pt x="416" y="214"/>
                  <a:pt x="424" y="185"/>
                  <a:pt x="438" y="128"/>
                </a:cubicBezTo>
                <a:cubicBezTo>
                  <a:pt x="452" y="73"/>
                  <a:pt x="458" y="44"/>
                  <a:pt x="458" y="40"/>
                </a:cubicBezTo>
                <a:cubicBezTo>
                  <a:pt x="458" y="36"/>
                  <a:pt x="445" y="34"/>
                  <a:pt x="418" y="33"/>
                </a:cubicBezTo>
                <a:cubicBezTo>
                  <a:pt x="407" y="33"/>
                  <a:pt x="400" y="33"/>
                  <a:pt x="396" y="32"/>
                </a:cubicBezTo>
                <a:cubicBezTo>
                  <a:pt x="393" y="31"/>
                  <a:pt x="392" y="29"/>
                  <a:pt x="392" y="25"/>
                </a:cubicBezTo>
                <a:cubicBezTo>
                  <a:pt x="392" y="24"/>
                  <a:pt x="392" y="21"/>
                  <a:pt x="393" y="17"/>
                </a:cubicBezTo>
                <a:cubicBezTo>
                  <a:pt x="395" y="9"/>
                  <a:pt x="396" y="4"/>
                  <a:pt x="397" y="3"/>
                </a:cubicBezTo>
                <a:cubicBezTo>
                  <a:pt x="398" y="2"/>
                  <a:pt x="402" y="2"/>
                  <a:pt x="409" y="1"/>
                </a:cubicBezTo>
                <a:cubicBezTo>
                  <a:pt x="411" y="1"/>
                  <a:pt x="421" y="1"/>
                  <a:pt x="438" y="2"/>
                </a:cubicBezTo>
                <a:cubicBezTo>
                  <a:pt x="456" y="2"/>
                  <a:pt x="478" y="2"/>
                  <a:pt x="505" y="2"/>
                </a:cubicBezTo>
                <a:cubicBezTo>
                  <a:pt x="535" y="2"/>
                  <a:pt x="557" y="2"/>
                  <a:pt x="573" y="2"/>
                </a:cubicBezTo>
                <a:cubicBezTo>
                  <a:pt x="589" y="1"/>
                  <a:pt x="597" y="1"/>
                  <a:pt x="599" y="1"/>
                </a:cubicBezTo>
                <a:cubicBezTo>
                  <a:pt x="607" y="1"/>
                  <a:pt x="611" y="3"/>
                  <a:pt x="611" y="8"/>
                </a:cubicBezTo>
                <a:cubicBezTo>
                  <a:pt x="611" y="21"/>
                  <a:pt x="608" y="29"/>
                  <a:pt x="602" y="32"/>
                </a:cubicBezTo>
                <a:lnTo>
                  <a:pt x="601" y="32"/>
                </a:lnTo>
                <a:cubicBezTo>
                  <a:pt x="600" y="32"/>
                  <a:pt x="599" y="32"/>
                  <a:pt x="597" y="32"/>
                </a:cubicBezTo>
                <a:cubicBezTo>
                  <a:pt x="596" y="32"/>
                  <a:pt x="594" y="32"/>
                  <a:pt x="592" y="32"/>
                </a:cubicBezTo>
                <a:cubicBezTo>
                  <a:pt x="590" y="32"/>
                  <a:pt x="588" y="33"/>
                  <a:pt x="586" y="33"/>
                </a:cubicBezTo>
                <a:cubicBezTo>
                  <a:pt x="583" y="34"/>
                  <a:pt x="581" y="34"/>
                  <a:pt x="579" y="33"/>
                </a:cubicBezTo>
                <a:cubicBezTo>
                  <a:pt x="561" y="34"/>
                  <a:pt x="549" y="34"/>
                  <a:pt x="544" y="35"/>
                </a:cubicBezTo>
                <a:cubicBezTo>
                  <a:pt x="539" y="36"/>
                  <a:pt x="534" y="39"/>
                  <a:pt x="531" y="43"/>
                </a:cubicBezTo>
                <a:cubicBezTo>
                  <a:pt x="530" y="45"/>
                  <a:pt x="512" y="113"/>
                  <a:pt x="480" y="244"/>
                </a:cubicBezTo>
                <a:cubicBezTo>
                  <a:pt x="447" y="376"/>
                  <a:pt x="430" y="444"/>
                  <a:pt x="430" y="446"/>
                </a:cubicBezTo>
                <a:cubicBezTo>
                  <a:pt x="430" y="449"/>
                  <a:pt x="431" y="451"/>
                  <a:pt x="433" y="451"/>
                </a:cubicBezTo>
                <a:cubicBezTo>
                  <a:pt x="437" y="452"/>
                  <a:pt x="449" y="454"/>
                  <a:pt x="471" y="455"/>
                </a:cubicBezTo>
                <a:lnTo>
                  <a:pt x="493" y="455"/>
                </a:lnTo>
                <a:cubicBezTo>
                  <a:pt x="496" y="458"/>
                  <a:pt x="498" y="460"/>
                  <a:pt x="498" y="461"/>
                </a:cubicBezTo>
                <a:cubicBezTo>
                  <a:pt x="498" y="461"/>
                  <a:pt x="497" y="466"/>
                  <a:pt x="495" y="474"/>
                </a:cubicBezTo>
                <a:cubicBezTo>
                  <a:pt x="493" y="480"/>
                  <a:pt x="491" y="484"/>
                  <a:pt x="488" y="487"/>
                </a:cubicBezTo>
                <a:lnTo>
                  <a:pt x="478" y="487"/>
                </a:lnTo>
                <a:cubicBezTo>
                  <a:pt x="460" y="486"/>
                  <a:pt x="428" y="486"/>
                  <a:pt x="382" y="486"/>
                </a:cubicBezTo>
                <a:cubicBezTo>
                  <a:pt x="366" y="486"/>
                  <a:pt x="351" y="486"/>
                  <a:pt x="337" y="486"/>
                </a:cubicBezTo>
                <a:cubicBezTo>
                  <a:pt x="324" y="486"/>
                  <a:pt x="313" y="486"/>
                  <a:pt x="305" y="486"/>
                </a:cubicBezTo>
                <a:cubicBezTo>
                  <a:pt x="297" y="486"/>
                  <a:pt x="292" y="486"/>
                  <a:pt x="290" y="487"/>
                </a:cubicBezTo>
                <a:cubicBezTo>
                  <a:pt x="282" y="487"/>
                  <a:pt x="278" y="484"/>
                  <a:pt x="278" y="480"/>
                </a:cubicBezTo>
                <a:cubicBezTo>
                  <a:pt x="278" y="478"/>
                  <a:pt x="278" y="474"/>
                  <a:pt x="280" y="470"/>
                </a:cubicBezTo>
                <a:cubicBezTo>
                  <a:pt x="282" y="461"/>
                  <a:pt x="285" y="456"/>
                  <a:pt x="287" y="455"/>
                </a:cubicBezTo>
                <a:cubicBezTo>
                  <a:pt x="289" y="455"/>
                  <a:pt x="292" y="455"/>
                  <a:pt x="298" y="455"/>
                </a:cubicBezTo>
                <a:lnTo>
                  <a:pt x="302" y="455"/>
                </a:lnTo>
                <a:cubicBezTo>
                  <a:pt x="315" y="455"/>
                  <a:pt x="329" y="454"/>
                  <a:pt x="345" y="452"/>
                </a:cubicBezTo>
                <a:cubicBezTo>
                  <a:pt x="347" y="452"/>
                  <a:pt x="349" y="452"/>
                  <a:pt x="350" y="452"/>
                </a:cubicBezTo>
                <a:cubicBezTo>
                  <a:pt x="351" y="452"/>
                  <a:pt x="353" y="451"/>
                  <a:pt x="355" y="448"/>
                </a:cubicBezTo>
                <a:cubicBezTo>
                  <a:pt x="356" y="446"/>
                  <a:pt x="358" y="444"/>
                  <a:pt x="359" y="442"/>
                </a:cubicBezTo>
                <a:cubicBezTo>
                  <a:pt x="360" y="440"/>
                  <a:pt x="361" y="436"/>
                  <a:pt x="363" y="429"/>
                </a:cubicBezTo>
                <a:cubicBezTo>
                  <a:pt x="365" y="422"/>
                  <a:pt x="367" y="416"/>
                  <a:pt x="368" y="409"/>
                </a:cubicBezTo>
                <a:cubicBezTo>
                  <a:pt x="369" y="401"/>
                  <a:pt x="372" y="391"/>
                  <a:pt x="376" y="377"/>
                </a:cubicBezTo>
                <a:cubicBezTo>
                  <a:pt x="379" y="364"/>
                  <a:pt x="382" y="353"/>
                  <a:pt x="384" y="345"/>
                </a:cubicBezTo>
                <a:cubicBezTo>
                  <a:pt x="399" y="283"/>
                  <a:pt x="407" y="251"/>
                  <a:pt x="407" y="251"/>
                </a:cubicBezTo>
                <a:cubicBezTo>
                  <a:pt x="407" y="250"/>
                  <a:pt x="373" y="250"/>
                  <a:pt x="304" y="250"/>
                </a:cubicBezTo>
                <a:lnTo>
                  <a:pt x="201" y="250"/>
                </a:lnTo>
                <a:lnTo>
                  <a:pt x="176" y="346"/>
                </a:lnTo>
                <a:cubicBezTo>
                  <a:pt x="160" y="411"/>
                  <a:pt x="152" y="444"/>
                  <a:pt x="152" y="446"/>
                </a:cubicBezTo>
                <a:cubicBezTo>
                  <a:pt x="152" y="449"/>
                  <a:pt x="154" y="451"/>
                  <a:pt x="158" y="452"/>
                </a:cubicBezTo>
                <a:cubicBezTo>
                  <a:pt x="162" y="453"/>
                  <a:pt x="174" y="454"/>
                  <a:pt x="193" y="455"/>
                </a:cubicBezTo>
                <a:lnTo>
                  <a:pt x="216" y="455"/>
                </a:lnTo>
                <a:cubicBezTo>
                  <a:pt x="219" y="458"/>
                  <a:pt x="221" y="460"/>
                  <a:pt x="221" y="461"/>
                </a:cubicBezTo>
                <a:cubicBezTo>
                  <a:pt x="221" y="461"/>
                  <a:pt x="220" y="466"/>
                  <a:pt x="219" y="474"/>
                </a:cubicBezTo>
                <a:cubicBezTo>
                  <a:pt x="217" y="480"/>
                  <a:pt x="214" y="484"/>
                  <a:pt x="212" y="487"/>
                </a:cubicBezTo>
                <a:lnTo>
                  <a:pt x="201" y="487"/>
                </a:lnTo>
                <a:cubicBezTo>
                  <a:pt x="182" y="486"/>
                  <a:pt x="151" y="486"/>
                  <a:pt x="104" y="486"/>
                </a:cubicBezTo>
                <a:cubicBezTo>
                  <a:pt x="88" y="486"/>
                  <a:pt x="73" y="486"/>
                  <a:pt x="60" y="486"/>
                </a:cubicBezTo>
                <a:cubicBezTo>
                  <a:pt x="46" y="486"/>
                  <a:pt x="35" y="486"/>
                  <a:pt x="27" y="486"/>
                </a:cubicBezTo>
                <a:cubicBezTo>
                  <a:pt x="19" y="486"/>
                  <a:pt x="14" y="486"/>
                  <a:pt x="12" y="487"/>
                </a:cubicBezTo>
                <a:cubicBezTo>
                  <a:pt x="4" y="487"/>
                  <a:pt x="0" y="484"/>
                  <a:pt x="0" y="480"/>
                </a:cubicBezTo>
                <a:cubicBezTo>
                  <a:pt x="0" y="479"/>
                  <a:pt x="1" y="476"/>
                  <a:pt x="2" y="470"/>
                </a:cubicBezTo>
                <a:cubicBezTo>
                  <a:pt x="4" y="461"/>
                  <a:pt x="7" y="456"/>
                  <a:pt x="9" y="455"/>
                </a:cubicBezTo>
                <a:cubicBezTo>
                  <a:pt x="11" y="455"/>
                  <a:pt x="15" y="455"/>
                  <a:pt x="20" y="455"/>
                </a:cubicBezTo>
                <a:lnTo>
                  <a:pt x="24" y="455"/>
                </a:lnTo>
                <a:cubicBezTo>
                  <a:pt x="37" y="455"/>
                  <a:pt x="51" y="454"/>
                  <a:pt x="67" y="452"/>
                </a:cubicBezTo>
                <a:cubicBezTo>
                  <a:pt x="73" y="451"/>
                  <a:pt x="78" y="448"/>
                  <a:pt x="80" y="444"/>
                </a:cubicBezTo>
                <a:cubicBezTo>
                  <a:pt x="82" y="442"/>
                  <a:pt x="99" y="375"/>
                  <a:pt x="132" y="245"/>
                </a:cubicBezTo>
                <a:cubicBezTo>
                  <a:pt x="164" y="115"/>
                  <a:pt x="181" y="47"/>
                  <a:pt x="181" y="39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642096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0" y="355"/>
                </a:moveTo>
                <a:cubicBezTo>
                  <a:pt x="0" y="323"/>
                  <a:pt x="2" y="292"/>
                  <a:pt x="7" y="262"/>
                </a:cubicBezTo>
                <a:cubicBezTo>
                  <a:pt x="11" y="233"/>
                  <a:pt x="17" y="207"/>
                  <a:pt x="23" y="186"/>
                </a:cubicBezTo>
                <a:cubicBezTo>
                  <a:pt x="29" y="165"/>
                  <a:pt x="38" y="144"/>
                  <a:pt x="49" y="123"/>
                </a:cubicBezTo>
                <a:cubicBezTo>
                  <a:pt x="61" y="103"/>
                  <a:pt x="70" y="87"/>
                  <a:pt x="76" y="76"/>
                </a:cubicBezTo>
                <a:cubicBezTo>
                  <a:pt x="83" y="64"/>
                  <a:pt x="93" y="52"/>
                  <a:pt x="107" y="39"/>
                </a:cubicBezTo>
                <a:cubicBezTo>
                  <a:pt x="121" y="26"/>
                  <a:pt x="128" y="17"/>
                  <a:pt x="131" y="15"/>
                </a:cubicBezTo>
                <a:cubicBezTo>
                  <a:pt x="133" y="12"/>
                  <a:pt x="139" y="7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7" y="0"/>
                  <a:pt x="171" y="2"/>
                  <a:pt x="171" y="6"/>
                </a:cubicBezTo>
                <a:cubicBezTo>
                  <a:pt x="171" y="7"/>
                  <a:pt x="167" y="12"/>
                  <a:pt x="158" y="21"/>
                </a:cubicBezTo>
                <a:cubicBezTo>
                  <a:pt x="150" y="30"/>
                  <a:pt x="141" y="42"/>
                  <a:pt x="129" y="59"/>
                </a:cubicBezTo>
                <a:cubicBezTo>
                  <a:pt x="118" y="75"/>
                  <a:pt x="106" y="96"/>
                  <a:pt x="93" y="120"/>
                </a:cubicBezTo>
                <a:cubicBezTo>
                  <a:pt x="82" y="144"/>
                  <a:pt x="72" y="177"/>
                  <a:pt x="64" y="218"/>
                </a:cubicBezTo>
                <a:cubicBezTo>
                  <a:pt x="55" y="259"/>
                  <a:pt x="51" y="305"/>
                  <a:pt x="51" y="355"/>
                </a:cubicBezTo>
                <a:cubicBezTo>
                  <a:pt x="51" y="406"/>
                  <a:pt x="55" y="452"/>
                  <a:pt x="64" y="493"/>
                </a:cubicBezTo>
                <a:cubicBezTo>
                  <a:pt x="72" y="534"/>
                  <a:pt x="81" y="567"/>
                  <a:pt x="93" y="592"/>
                </a:cubicBezTo>
                <a:cubicBezTo>
                  <a:pt x="105" y="617"/>
                  <a:pt x="117" y="637"/>
                  <a:pt x="129" y="653"/>
                </a:cubicBezTo>
                <a:cubicBezTo>
                  <a:pt x="140" y="669"/>
                  <a:pt x="150" y="681"/>
                  <a:pt x="158" y="691"/>
                </a:cubicBezTo>
                <a:cubicBezTo>
                  <a:pt x="167" y="700"/>
                  <a:pt x="171" y="705"/>
                  <a:pt x="171" y="706"/>
                </a:cubicBezTo>
                <a:cubicBezTo>
                  <a:pt x="171" y="710"/>
                  <a:pt x="167" y="712"/>
                  <a:pt x="160" y="712"/>
                </a:cubicBezTo>
                <a:lnTo>
                  <a:pt x="158" y="712"/>
                </a:lnTo>
                <a:lnTo>
                  <a:pt x="149" y="712"/>
                </a:lnTo>
                <a:lnTo>
                  <a:pt x="129" y="695"/>
                </a:lnTo>
                <a:cubicBezTo>
                  <a:pt x="83" y="655"/>
                  <a:pt x="51" y="604"/>
                  <a:pt x="30" y="544"/>
                </a:cubicBezTo>
                <a:cubicBezTo>
                  <a:pt x="10" y="484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501240" y="2100960"/>
            <a:ext cx="142200" cy="113400"/>
          </a:xfrm>
          <a:custGeom>
            <a:avLst/>
            <a:gdLst/>
            <a:ahLst/>
            <a:rect l="0" t="0" r="r" b="b"/>
            <a:pathLst>
              <a:path w="395" h="315">
                <a:moveTo>
                  <a:pt x="80" y="315"/>
                </a:moveTo>
                <a:cubicBezTo>
                  <a:pt x="64" y="315"/>
                  <a:pt x="56" y="307"/>
                  <a:pt x="56" y="292"/>
                </a:cubicBezTo>
                <a:lnTo>
                  <a:pt x="56" y="283"/>
                </a:lnTo>
                <a:lnTo>
                  <a:pt x="65" y="263"/>
                </a:lnTo>
                <a:cubicBezTo>
                  <a:pt x="101" y="188"/>
                  <a:pt x="127" y="123"/>
                  <a:pt x="143" y="69"/>
                </a:cubicBezTo>
                <a:lnTo>
                  <a:pt x="149" y="52"/>
                </a:lnTo>
                <a:lnTo>
                  <a:pt x="126" y="52"/>
                </a:lnTo>
                <a:cubicBezTo>
                  <a:pt x="108" y="52"/>
                  <a:pt x="95" y="52"/>
                  <a:pt x="87" y="54"/>
                </a:cubicBezTo>
                <a:cubicBezTo>
                  <a:pt x="80" y="55"/>
                  <a:pt x="71" y="60"/>
                  <a:pt x="60" y="67"/>
                </a:cubicBezTo>
                <a:cubicBezTo>
                  <a:pt x="54" y="71"/>
                  <a:pt x="49" y="75"/>
                  <a:pt x="44" y="80"/>
                </a:cubicBezTo>
                <a:cubicBezTo>
                  <a:pt x="39" y="85"/>
                  <a:pt x="34" y="90"/>
                  <a:pt x="31" y="95"/>
                </a:cubicBezTo>
                <a:cubicBezTo>
                  <a:pt x="27" y="100"/>
                  <a:pt x="25" y="103"/>
                  <a:pt x="24" y="104"/>
                </a:cubicBezTo>
                <a:cubicBezTo>
                  <a:pt x="23" y="104"/>
                  <a:pt x="20" y="104"/>
                  <a:pt x="13" y="104"/>
                </a:cubicBezTo>
                <a:cubicBezTo>
                  <a:pt x="4" y="104"/>
                  <a:pt x="0" y="102"/>
                  <a:pt x="0" y="97"/>
                </a:cubicBezTo>
                <a:cubicBezTo>
                  <a:pt x="0" y="94"/>
                  <a:pt x="4" y="86"/>
                  <a:pt x="13" y="72"/>
                </a:cubicBezTo>
                <a:cubicBezTo>
                  <a:pt x="22" y="58"/>
                  <a:pt x="36" y="44"/>
                  <a:pt x="53" y="28"/>
                </a:cubicBezTo>
                <a:cubicBezTo>
                  <a:pt x="70" y="12"/>
                  <a:pt x="86" y="3"/>
                  <a:pt x="103" y="1"/>
                </a:cubicBezTo>
                <a:cubicBezTo>
                  <a:pt x="106" y="0"/>
                  <a:pt x="160" y="0"/>
                  <a:pt x="264" y="0"/>
                </a:cubicBezTo>
                <a:cubicBezTo>
                  <a:pt x="340" y="0"/>
                  <a:pt x="379" y="0"/>
                  <a:pt x="381" y="0"/>
                </a:cubicBezTo>
                <a:cubicBezTo>
                  <a:pt x="390" y="4"/>
                  <a:pt x="395" y="10"/>
                  <a:pt x="395" y="20"/>
                </a:cubicBezTo>
                <a:cubicBezTo>
                  <a:pt x="395" y="35"/>
                  <a:pt x="388" y="45"/>
                  <a:pt x="372" y="50"/>
                </a:cubicBezTo>
                <a:cubicBezTo>
                  <a:pt x="369" y="51"/>
                  <a:pt x="353" y="52"/>
                  <a:pt x="323" y="52"/>
                </a:cubicBezTo>
                <a:lnTo>
                  <a:pt x="278" y="52"/>
                </a:lnTo>
                <a:lnTo>
                  <a:pt x="276" y="64"/>
                </a:lnTo>
                <a:cubicBezTo>
                  <a:pt x="270" y="98"/>
                  <a:pt x="267" y="126"/>
                  <a:pt x="267" y="148"/>
                </a:cubicBezTo>
                <a:cubicBezTo>
                  <a:pt x="267" y="173"/>
                  <a:pt x="269" y="195"/>
                  <a:pt x="273" y="214"/>
                </a:cubicBezTo>
                <a:cubicBezTo>
                  <a:pt x="278" y="234"/>
                  <a:pt x="282" y="249"/>
                  <a:pt x="287" y="260"/>
                </a:cubicBezTo>
                <a:cubicBezTo>
                  <a:pt x="292" y="271"/>
                  <a:pt x="294" y="278"/>
                  <a:pt x="294" y="280"/>
                </a:cubicBezTo>
                <a:cubicBezTo>
                  <a:pt x="294" y="289"/>
                  <a:pt x="291" y="297"/>
                  <a:pt x="284" y="304"/>
                </a:cubicBezTo>
                <a:cubicBezTo>
                  <a:pt x="277" y="311"/>
                  <a:pt x="269" y="314"/>
                  <a:pt x="257" y="314"/>
                </a:cubicBezTo>
                <a:cubicBezTo>
                  <a:pt x="252" y="314"/>
                  <a:pt x="248" y="314"/>
                  <a:pt x="245" y="312"/>
                </a:cubicBezTo>
                <a:cubicBezTo>
                  <a:pt x="241" y="311"/>
                  <a:pt x="238" y="305"/>
                  <a:pt x="233" y="295"/>
                </a:cubicBezTo>
                <a:cubicBezTo>
                  <a:pt x="229" y="284"/>
                  <a:pt x="225" y="270"/>
                  <a:pt x="222" y="251"/>
                </a:cubicBezTo>
                <a:cubicBezTo>
                  <a:pt x="221" y="247"/>
                  <a:pt x="221" y="237"/>
                  <a:pt x="221" y="220"/>
                </a:cubicBezTo>
                <a:cubicBezTo>
                  <a:pt x="221" y="197"/>
                  <a:pt x="223" y="172"/>
                  <a:pt x="228" y="145"/>
                </a:cubicBezTo>
                <a:cubicBezTo>
                  <a:pt x="232" y="119"/>
                  <a:pt x="236" y="97"/>
                  <a:pt x="240" y="80"/>
                </a:cubicBezTo>
                <a:cubicBezTo>
                  <a:pt x="245" y="63"/>
                  <a:pt x="247" y="53"/>
                  <a:pt x="248" y="52"/>
                </a:cubicBezTo>
                <a:lnTo>
                  <a:pt x="178" y="52"/>
                </a:lnTo>
                <a:lnTo>
                  <a:pt x="177" y="54"/>
                </a:lnTo>
                <a:cubicBezTo>
                  <a:pt x="177" y="56"/>
                  <a:pt x="173" y="75"/>
                  <a:pt x="164" y="111"/>
                </a:cubicBezTo>
                <a:cubicBezTo>
                  <a:pt x="155" y="147"/>
                  <a:pt x="144" y="185"/>
                  <a:pt x="133" y="225"/>
                </a:cubicBezTo>
                <a:cubicBezTo>
                  <a:pt x="122" y="265"/>
                  <a:pt x="114" y="289"/>
                  <a:pt x="111" y="295"/>
                </a:cubicBezTo>
                <a:cubicBezTo>
                  <a:pt x="106" y="308"/>
                  <a:pt x="96" y="315"/>
                  <a:pt x="80" y="31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654600" y="213012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3" y="30"/>
                </a:moveTo>
                <a:cubicBezTo>
                  <a:pt x="83" y="22"/>
                  <a:pt x="86" y="15"/>
                  <a:pt x="93" y="9"/>
                </a:cubicBezTo>
                <a:cubicBezTo>
                  <a:pt x="99" y="3"/>
                  <a:pt x="106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6" y="21"/>
                </a:cubicBezTo>
                <a:cubicBezTo>
                  <a:pt x="136" y="28"/>
                  <a:pt x="133" y="35"/>
                  <a:pt x="126" y="42"/>
                </a:cubicBezTo>
                <a:cubicBezTo>
                  <a:pt x="120" y="48"/>
                  <a:pt x="112" y="51"/>
                  <a:pt x="104" y="52"/>
                </a:cubicBezTo>
                <a:cubicBezTo>
                  <a:pt x="99" y="52"/>
                  <a:pt x="94" y="50"/>
                  <a:pt x="90" y="47"/>
                </a:cubicBezTo>
                <a:cubicBezTo>
                  <a:pt x="86" y="43"/>
                  <a:pt x="83" y="38"/>
                  <a:pt x="83" y="30"/>
                </a:cubicBezTo>
                <a:moveTo>
                  <a:pt x="0" y="188"/>
                </a:moveTo>
                <a:cubicBezTo>
                  <a:pt x="0" y="185"/>
                  <a:pt x="2" y="180"/>
                  <a:pt x="5" y="172"/>
                </a:cubicBezTo>
                <a:cubicBezTo>
                  <a:pt x="8" y="164"/>
                  <a:pt x="12" y="156"/>
                  <a:pt x="17" y="146"/>
                </a:cubicBezTo>
                <a:cubicBezTo>
                  <a:pt x="22" y="137"/>
                  <a:pt x="29" y="128"/>
                  <a:pt x="39" y="121"/>
                </a:cubicBezTo>
                <a:cubicBezTo>
                  <a:pt x="48" y="113"/>
                  <a:pt x="60" y="109"/>
                  <a:pt x="70" y="110"/>
                </a:cubicBezTo>
                <a:cubicBezTo>
                  <a:pt x="83" y="110"/>
                  <a:pt x="94" y="114"/>
                  <a:pt x="103" y="121"/>
                </a:cubicBezTo>
                <a:cubicBezTo>
                  <a:pt x="111" y="129"/>
                  <a:pt x="116" y="139"/>
                  <a:pt x="116" y="152"/>
                </a:cubicBezTo>
                <a:cubicBezTo>
                  <a:pt x="116" y="158"/>
                  <a:pt x="114" y="168"/>
                  <a:pt x="109" y="181"/>
                </a:cubicBezTo>
                <a:cubicBezTo>
                  <a:pt x="104" y="194"/>
                  <a:pt x="98" y="211"/>
                  <a:pt x="89" y="233"/>
                </a:cubicBezTo>
                <a:cubicBezTo>
                  <a:pt x="80" y="256"/>
                  <a:pt x="73" y="274"/>
                  <a:pt x="68" y="290"/>
                </a:cubicBezTo>
                <a:cubicBezTo>
                  <a:pt x="66" y="298"/>
                  <a:pt x="65" y="303"/>
                  <a:pt x="65" y="306"/>
                </a:cubicBezTo>
                <a:cubicBezTo>
                  <a:pt x="65" y="315"/>
                  <a:pt x="68" y="319"/>
                  <a:pt x="74" y="319"/>
                </a:cubicBezTo>
                <a:cubicBezTo>
                  <a:pt x="77" y="319"/>
                  <a:pt x="80" y="318"/>
                  <a:pt x="83" y="317"/>
                </a:cubicBezTo>
                <a:cubicBezTo>
                  <a:pt x="87" y="316"/>
                  <a:pt x="91" y="314"/>
                  <a:pt x="95" y="310"/>
                </a:cubicBezTo>
                <a:cubicBezTo>
                  <a:pt x="99" y="307"/>
                  <a:pt x="104" y="301"/>
                  <a:pt x="109" y="293"/>
                </a:cubicBezTo>
                <a:cubicBezTo>
                  <a:pt x="113" y="285"/>
                  <a:pt x="118" y="275"/>
                  <a:pt x="121" y="263"/>
                </a:cubicBezTo>
                <a:cubicBezTo>
                  <a:pt x="122" y="259"/>
                  <a:pt x="123" y="257"/>
                  <a:pt x="124" y="256"/>
                </a:cubicBezTo>
                <a:cubicBezTo>
                  <a:pt x="124" y="255"/>
                  <a:pt x="127" y="255"/>
                  <a:pt x="132" y="255"/>
                </a:cubicBezTo>
                <a:cubicBezTo>
                  <a:pt x="139" y="255"/>
                  <a:pt x="142" y="257"/>
                  <a:pt x="142" y="260"/>
                </a:cubicBezTo>
                <a:cubicBezTo>
                  <a:pt x="142" y="263"/>
                  <a:pt x="141" y="268"/>
                  <a:pt x="138" y="276"/>
                </a:cubicBezTo>
                <a:cubicBezTo>
                  <a:pt x="135" y="283"/>
                  <a:pt x="131" y="292"/>
                  <a:pt x="125" y="301"/>
                </a:cubicBezTo>
                <a:cubicBezTo>
                  <a:pt x="120" y="311"/>
                  <a:pt x="112" y="319"/>
                  <a:pt x="103" y="326"/>
                </a:cubicBezTo>
                <a:cubicBezTo>
                  <a:pt x="93" y="334"/>
                  <a:pt x="82" y="339"/>
                  <a:pt x="71" y="339"/>
                </a:cubicBezTo>
                <a:cubicBezTo>
                  <a:pt x="61" y="339"/>
                  <a:pt x="50" y="334"/>
                  <a:pt x="41" y="327"/>
                </a:cubicBezTo>
                <a:cubicBezTo>
                  <a:pt x="32" y="320"/>
                  <a:pt x="27" y="309"/>
                  <a:pt x="27" y="295"/>
                </a:cubicBezTo>
                <a:cubicBezTo>
                  <a:pt x="27" y="289"/>
                  <a:pt x="27" y="284"/>
                  <a:pt x="29" y="279"/>
                </a:cubicBezTo>
                <a:cubicBezTo>
                  <a:pt x="31" y="274"/>
                  <a:pt x="38" y="255"/>
                  <a:pt x="51" y="221"/>
                </a:cubicBezTo>
                <a:cubicBezTo>
                  <a:pt x="65" y="187"/>
                  <a:pt x="72" y="167"/>
                  <a:pt x="74" y="160"/>
                </a:cubicBezTo>
                <a:cubicBezTo>
                  <a:pt x="76" y="154"/>
                  <a:pt x="77" y="147"/>
                  <a:pt x="77" y="141"/>
                </a:cubicBezTo>
                <a:cubicBezTo>
                  <a:pt x="77" y="133"/>
                  <a:pt x="75" y="129"/>
                  <a:pt x="69" y="129"/>
                </a:cubicBezTo>
                <a:lnTo>
                  <a:pt x="68" y="129"/>
                </a:lnTo>
                <a:cubicBezTo>
                  <a:pt x="58" y="129"/>
                  <a:pt x="48" y="134"/>
                  <a:pt x="39" y="145"/>
                </a:cubicBezTo>
                <a:cubicBezTo>
                  <a:pt x="31" y="156"/>
                  <a:pt x="24" y="171"/>
                  <a:pt x="20" y="188"/>
                </a:cubicBezTo>
                <a:cubicBezTo>
                  <a:pt x="20" y="188"/>
                  <a:pt x="19" y="188"/>
                  <a:pt x="19" y="189"/>
                </a:cubicBezTo>
                <a:cubicBezTo>
                  <a:pt x="19" y="190"/>
                  <a:pt x="19" y="190"/>
                  <a:pt x="19" y="191"/>
                </a:cubicBezTo>
                <a:cubicBezTo>
                  <a:pt x="19" y="191"/>
                  <a:pt x="18" y="191"/>
                  <a:pt x="18" y="192"/>
                </a:cubicBezTo>
                <a:cubicBezTo>
                  <a:pt x="17" y="192"/>
                  <a:pt x="16" y="192"/>
                  <a:pt x="16" y="192"/>
                </a:cubicBezTo>
                <a:cubicBezTo>
                  <a:pt x="16" y="192"/>
                  <a:pt x="15" y="192"/>
                  <a:pt x="14" y="192"/>
                </a:cubicBezTo>
                <a:cubicBezTo>
                  <a:pt x="13" y="192"/>
                  <a:pt x="12" y="192"/>
                  <a:pt x="10" y="192"/>
                </a:cubicBezTo>
                <a:lnTo>
                  <a:pt x="3" y="192"/>
                </a:lnTo>
                <a:cubicBezTo>
                  <a:pt x="1" y="190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6750000" y="2019240"/>
            <a:ext cx="61920" cy="256320"/>
          </a:xfrm>
          <a:custGeom>
            <a:avLst/>
            <a:gdLst/>
            <a:ahLst/>
            <a:rect l="0" t="0" r="r" b="b"/>
            <a:pathLst>
              <a:path w="172" h="712">
                <a:moveTo>
                  <a:pt x="0" y="355"/>
                </a:moveTo>
                <a:cubicBezTo>
                  <a:pt x="0" y="323"/>
                  <a:pt x="3" y="292"/>
                  <a:pt x="8" y="262"/>
                </a:cubicBezTo>
                <a:cubicBezTo>
                  <a:pt x="12" y="233"/>
                  <a:pt x="18" y="207"/>
                  <a:pt x="24" y="186"/>
                </a:cubicBezTo>
                <a:cubicBezTo>
                  <a:pt x="30" y="165"/>
                  <a:pt x="40" y="144"/>
                  <a:pt x="51" y="123"/>
                </a:cubicBezTo>
                <a:cubicBezTo>
                  <a:pt x="63" y="103"/>
                  <a:pt x="72" y="87"/>
                  <a:pt x="78" y="76"/>
                </a:cubicBezTo>
                <a:cubicBezTo>
                  <a:pt x="85" y="64"/>
                  <a:pt x="95" y="52"/>
                  <a:pt x="108" y="39"/>
                </a:cubicBezTo>
                <a:cubicBezTo>
                  <a:pt x="121" y="26"/>
                  <a:pt x="129" y="17"/>
                  <a:pt x="132" y="15"/>
                </a:cubicBezTo>
                <a:cubicBezTo>
                  <a:pt x="134" y="12"/>
                  <a:pt x="140" y="7"/>
                  <a:pt x="149" y="0"/>
                </a:cubicBezTo>
                <a:lnTo>
                  <a:pt x="159" y="0"/>
                </a:lnTo>
                <a:lnTo>
                  <a:pt x="162" y="0"/>
                </a:lnTo>
                <a:cubicBezTo>
                  <a:pt x="168" y="0"/>
                  <a:pt x="172" y="2"/>
                  <a:pt x="172" y="6"/>
                </a:cubicBezTo>
                <a:cubicBezTo>
                  <a:pt x="172" y="7"/>
                  <a:pt x="168" y="12"/>
                  <a:pt x="159" y="21"/>
                </a:cubicBezTo>
                <a:cubicBezTo>
                  <a:pt x="151" y="30"/>
                  <a:pt x="142" y="42"/>
                  <a:pt x="130" y="59"/>
                </a:cubicBezTo>
                <a:cubicBezTo>
                  <a:pt x="119" y="75"/>
                  <a:pt x="107" y="96"/>
                  <a:pt x="95" y="120"/>
                </a:cubicBezTo>
                <a:cubicBezTo>
                  <a:pt x="84" y="144"/>
                  <a:pt x="74" y="177"/>
                  <a:pt x="66" y="218"/>
                </a:cubicBezTo>
                <a:cubicBezTo>
                  <a:pt x="57" y="259"/>
                  <a:pt x="53" y="305"/>
                  <a:pt x="53" y="355"/>
                </a:cubicBezTo>
                <a:cubicBezTo>
                  <a:pt x="53" y="406"/>
                  <a:pt x="57" y="452"/>
                  <a:pt x="66" y="493"/>
                </a:cubicBezTo>
                <a:cubicBezTo>
                  <a:pt x="74" y="534"/>
                  <a:pt x="83" y="567"/>
                  <a:pt x="95" y="592"/>
                </a:cubicBezTo>
                <a:cubicBezTo>
                  <a:pt x="106" y="617"/>
                  <a:pt x="118" y="637"/>
                  <a:pt x="130" y="653"/>
                </a:cubicBezTo>
                <a:cubicBezTo>
                  <a:pt x="141" y="669"/>
                  <a:pt x="151" y="681"/>
                  <a:pt x="159" y="691"/>
                </a:cubicBezTo>
                <a:cubicBezTo>
                  <a:pt x="168" y="700"/>
                  <a:pt x="172" y="705"/>
                  <a:pt x="172" y="706"/>
                </a:cubicBezTo>
                <a:cubicBezTo>
                  <a:pt x="172" y="710"/>
                  <a:pt x="168" y="712"/>
                  <a:pt x="161" y="712"/>
                </a:cubicBezTo>
                <a:lnTo>
                  <a:pt x="159" y="712"/>
                </a:lnTo>
                <a:lnTo>
                  <a:pt x="149" y="712"/>
                </a:lnTo>
                <a:lnTo>
                  <a:pt x="130" y="695"/>
                </a:lnTo>
                <a:cubicBezTo>
                  <a:pt x="85" y="655"/>
                  <a:pt x="52" y="604"/>
                  <a:pt x="31" y="544"/>
                </a:cubicBezTo>
                <a:cubicBezTo>
                  <a:pt x="11" y="484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831000" y="2097360"/>
            <a:ext cx="145080" cy="114120"/>
          </a:xfrm>
          <a:custGeom>
            <a:avLst/>
            <a:gdLst/>
            <a:ahLst/>
            <a:rect l="0" t="0" r="r" b="b"/>
            <a:pathLst>
              <a:path w="403" h="317">
                <a:moveTo>
                  <a:pt x="148" y="317"/>
                </a:moveTo>
                <a:cubicBezTo>
                  <a:pt x="141" y="316"/>
                  <a:pt x="116" y="315"/>
                  <a:pt x="71" y="315"/>
                </a:cubicBezTo>
                <a:cubicBezTo>
                  <a:pt x="33" y="315"/>
                  <a:pt x="11" y="316"/>
                  <a:pt x="5" y="317"/>
                </a:cubicBezTo>
                <a:lnTo>
                  <a:pt x="0" y="317"/>
                </a:lnTo>
                <a:lnTo>
                  <a:pt x="0" y="273"/>
                </a:lnTo>
                <a:lnTo>
                  <a:pt x="69" y="273"/>
                </a:lnTo>
                <a:lnTo>
                  <a:pt x="161" y="166"/>
                </a:lnTo>
                <a:lnTo>
                  <a:pt x="63" y="45"/>
                </a:lnTo>
                <a:lnTo>
                  <a:pt x="4" y="45"/>
                </a:lnTo>
                <a:lnTo>
                  <a:pt x="4" y="0"/>
                </a:lnTo>
                <a:lnTo>
                  <a:pt x="10" y="0"/>
                </a:lnTo>
                <a:cubicBezTo>
                  <a:pt x="17" y="3"/>
                  <a:pt x="43" y="4"/>
                  <a:pt x="88" y="4"/>
                </a:cubicBezTo>
                <a:cubicBezTo>
                  <a:pt x="137" y="4"/>
                  <a:pt x="166" y="3"/>
                  <a:pt x="175" y="0"/>
                </a:cubicBezTo>
                <a:lnTo>
                  <a:pt x="181" y="0"/>
                </a:lnTo>
                <a:lnTo>
                  <a:pt x="181" y="45"/>
                </a:lnTo>
                <a:lnTo>
                  <a:pt x="161" y="45"/>
                </a:lnTo>
                <a:lnTo>
                  <a:pt x="186" y="76"/>
                </a:lnTo>
                <a:cubicBezTo>
                  <a:pt x="202" y="96"/>
                  <a:pt x="211" y="106"/>
                  <a:pt x="211" y="106"/>
                </a:cubicBezTo>
                <a:cubicBezTo>
                  <a:pt x="213" y="106"/>
                  <a:pt x="222" y="96"/>
                  <a:pt x="238" y="75"/>
                </a:cubicBezTo>
                <a:lnTo>
                  <a:pt x="263" y="45"/>
                </a:lnTo>
                <a:lnTo>
                  <a:pt x="237" y="45"/>
                </a:lnTo>
                <a:lnTo>
                  <a:pt x="237" y="0"/>
                </a:lnTo>
                <a:lnTo>
                  <a:pt x="243" y="0"/>
                </a:lnTo>
                <a:cubicBezTo>
                  <a:pt x="250" y="3"/>
                  <a:pt x="275" y="4"/>
                  <a:pt x="318" y="4"/>
                </a:cubicBezTo>
                <a:cubicBezTo>
                  <a:pt x="356" y="4"/>
                  <a:pt x="378" y="3"/>
                  <a:pt x="384" y="0"/>
                </a:cubicBezTo>
                <a:lnTo>
                  <a:pt x="389" y="0"/>
                </a:lnTo>
                <a:lnTo>
                  <a:pt x="389" y="45"/>
                </a:lnTo>
                <a:lnTo>
                  <a:pt x="321" y="45"/>
                </a:lnTo>
                <a:lnTo>
                  <a:pt x="239" y="142"/>
                </a:lnTo>
                <a:lnTo>
                  <a:pt x="345" y="272"/>
                </a:lnTo>
                <a:lnTo>
                  <a:pt x="374" y="273"/>
                </a:lnTo>
                <a:lnTo>
                  <a:pt x="403" y="273"/>
                </a:lnTo>
                <a:lnTo>
                  <a:pt x="403" y="317"/>
                </a:lnTo>
                <a:lnTo>
                  <a:pt x="398" y="317"/>
                </a:lnTo>
                <a:cubicBezTo>
                  <a:pt x="390" y="316"/>
                  <a:pt x="365" y="315"/>
                  <a:pt x="320" y="315"/>
                </a:cubicBezTo>
                <a:cubicBezTo>
                  <a:pt x="271" y="315"/>
                  <a:pt x="242" y="316"/>
                  <a:pt x="233" y="317"/>
                </a:cubicBezTo>
                <a:lnTo>
                  <a:pt x="227" y="317"/>
                </a:lnTo>
                <a:lnTo>
                  <a:pt x="227" y="273"/>
                </a:lnTo>
                <a:lnTo>
                  <a:pt x="247" y="273"/>
                </a:lnTo>
                <a:cubicBezTo>
                  <a:pt x="247" y="273"/>
                  <a:pt x="237" y="261"/>
                  <a:pt x="218" y="238"/>
                </a:cubicBezTo>
                <a:cubicBezTo>
                  <a:pt x="199" y="214"/>
                  <a:pt x="190" y="202"/>
                  <a:pt x="189" y="201"/>
                </a:cubicBezTo>
                <a:lnTo>
                  <a:pt x="127" y="272"/>
                </a:lnTo>
                <a:lnTo>
                  <a:pt x="141" y="273"/>
                </a:lnTo>
                <a:lnTo>
                  <a:pt x="154" y="273"/>
                </a:lnTo>
                <a:lnTo>
                  <a:pt x="154" y="317"/>
                </a:lnTo>
                <a:lnTo>
                  <a:pt x="148" y="3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99516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4" y="0"/>
                </a:moveTo>
                <a:lnTo>
                  <a:pt x="7" y="0"/>
                </a:lnTo>
                <a:cubicBezTo>
                  <a:pt x="9" y="0"/>
                  <a:pt x="12" y="0"/>
                  <a:pt x="14" y="0"/>
                </a:cubicBezTo>
                <a:lnTo>
                  <a:pt x="22" y="0"/>
                </a:lnTo>
                <a:lnTo>
                  <a:pt x="43" y="17"/>
                </a:lnTo>
                <a:cubicBezTo>
                  <a:pt x="88" y="57"/>
                  <a:pt x="120" y="107"/>
                  <a:pt x="141" y="168"/>
                </a:cubicBezTo>
                <a:cubicBezTo>
                  <a:pt x="161" y="228"/>
                  <a:pt x="171" y="290"/>
                  <a:pt x="171" y="355"/>
                </a:cubicBezTo>
                <a:cubicBezTo>
                  <a:pt x="171" y="388"/>
                  <a:pt x="169" y="419"/>
                  <a:pt x="164" y="450"/>
                </a:cubicBezTo>
                <a:cubicBezTo>
                  <a:pt x="160" y="479"/>
                  <a:pt x="154" y="505"/>
                  <a:pt x="148" y="526"/>
                </a:cubicBezTo>
                <a:cubicBezTo>
                  <a:pt x="142" y="547"/>
                  <a:pt x="133" y="567"/>
                  <a:pt x="122" y="588"/>
                </a:cubicBezTo>
                <a:cubicBezTo>
                  <a:pt x="110" y="609"/>
                  <a:pt x="101" y="625"/>
                  <a:pt x="95" y="636"/>
                </a:cubicBezTo>
                <a:cubicBezTo>
                  <a:pt x="88" y="647"/>
                  <a:pt x="78" y="659"/>
                  <a:pt x="65" y="672"/>
                </a:cubicBezTo>
                <a:cubicBezTo>
                  <a:pt x="53" y="686"/>
                  <a:pt x="45" y="693"/>
                  <a:pt x="43" y="696"/>
                </a:cubicBezTo>
                <a:cubicBezTo>
                  <a:pt x="40" y="698"/>
                  <a:pt x="34" y="703"/>
                  <a:pt x="25" y="709"/>
                </a:cubicBezTo>
                <a:cubicBezTo>
                  <a:pt x="24" y="711"/>
                  <a:pt x="23" y="712"/>
                  <a:pt x="22" y="712"/>
                </a:cubicBezTo>
                <a:lnTo>
                  <a:pt x="14" y="712"/>
                </a:lnTo>
                <a:cubicBezTo>
                  <a:pt x="10" y="712"/>
                  <a:pt x="7" y="712"/>
                  <a:pt x="6" y="712"/>
                </a:cubicBezTo>
                <a:cubicBezTo>
                  <a:pt x="5" y="712"/>
                  <a:pt x="3" y="711"/>
                  <a:pt x="3" y="710"/>
                </a:cubicBezTo>
                <a:cubicBezTo>
                  <a:pt x="2" y="709"/>
                  <a:pt x="1" y="706"/>
                  <a:pt x="0" y="704"/>
                </a:cubicBezTo>
                <a:cubicBezTo>
                  <a:pt x="1" y="703"/>
                  <a:pt x="3" y="700"/>
                  <a:pt x="8" y="694"/>
                </a:cubicBezTo>
                <a:cubicBezTo>
                  <a:pt x="83" y="618"/>
                  <a:pt x="119" y="505"/>
                  <a:pt x="119" y="355"/>
                </a:cubicBezTo>
                <a:cubicBezTo>
                  <a:pt x="119" y="206"/>
                  <a:pt x="83" y="94"/>
                  <a:pt x="8" y="17"/>
                </a:cubicBezTo>
                <a:cubicBezTo>
                  <a:pt x="3" y="12"/>
                  <a:pt x="1" y="9"/>
                  <a:pt x="0" y="8"/>
                </a:cubicBezTo>
                <a:cubicBezTo>
                  <a:pt x="0" y="4"/>
                  <a:pt x="2" y="2"/>
                  <a:pt x="4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7159320" y="2142000"/>
            <a:ext cx="156600" cy="10800"/>
          </a:xfrm>
          <a:custGeom>
            <a:avLst/>
            <a:gdLst/>
            <a:ahLst/>
            <a:rect l="0" t="0" r="r" b="b"/>
            <a:pathLst>
              <a:path w="435" h="30">
                <a:moveTo>
                  <a:pt x="10" y="0"/>
                </a:moveTo>
                <a:lnTo>
                  <a:pt x="424" y="0"/>
                </a:lnTo>
                <a:cubicBezTo>
                  <a:pt x="431" y="4"/>
                  <a:pt x="435" y="9"/>
                  <a:pt x="435" y="14"/>
                </a:cubicBezTo>
                <a:cubicBezTo>
                  <a:pt x="435" y="20"/>
                  <a:pt x="431" y="25"/>
                  <a:pt x="424" y="30"/>
                </a:cubicBezTo>
                <a:lnTo>
                  <a:pt x="10" y="30"/>
                </a:lnTo>
                <a:cubicBezTo>
                  <a:pt x="3" y="25"/>
                  <a:pt x="0" y="21"/>
                  <a:pt x="0" y="14"/>
                </a:cubicBezTo>
                <a:cubicBezTo>
                  <a:pt x="0" y="8"/>
                  <a:pt x="3" y="3"/>
                  <a:pt x="10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7403040" y="2030760"/>
            <a:ext cx="109440" cy="183240"/>
          </a:xfrm>
          <a:custGeom>
            <a:avLst/>
            <a:gdLst/>
            <a:ahLst/>
            <a:rect l="0" t="0" r="r" b="b"/>
            <a:pathLst>
              <a:path w="304" h="509">
                <a:moveTo>
                  <a:pt x="0" y="360"/>
                </a:moveTo>
                <a:cubicBezTo>
                  <a:pt x="0" y="312"/>
                  <a:pt x="9" y="261"/>
                  <a:pt x="27" y="207"/>
                </a:cubicBezTo>
                <a:cubicBezTo>
                  <a:pt x="46" y="152"/>
                  <a:pt x="71" y="106"/>
                  <a:pt x="103" y="67"/>
                </a:cubicBezTo>
                <a:cubicBezTo>
                  <a:pt x="135" y="28"/>
                  <a:pt x="168" y="6"/>
                  <a:pt x="203" y="0"/>
                </a:cubicBezTo>
                <a:cubicBezTo>
                  <a:pt x="203" y="0"/>
                  <a:pt x="205" y="0"/>
                  <a:pt x="208" y="0"/>
                </a:cubicBezTo>
                <a:cubicBezTo>
                  <a:pt x="212" y="0"/>
                  <a:pt x="215" y="0"/>
                  <a:pt x="217" y="0"/>
                </a:cubicBezTo>
                <a:cubicBezTo>
                  <a:pt x="243" y="2"/>
                  <a:pt x="262" y="13"/>
                  <a:pt x="277" y="35"/>
                </a:cubicBezTo>
                <a:cubicBezTo>
                  <a:pt x="295" y="63"/>
                  <a:pt x="304" y="101"/>
                  <a:pt x="304" y="149"/>
                </a:cubicBezTo>
                <a:cubicBezTo>
                  <a:pt x="304" y="205"/>
                  <a:pt x="294" y="260"/>
                  <a:pt x="272" y="317"/>
                </a:cubicBezTo>
                <a:cubicBezTo>
                  <a:pt x="251" y="373"/>
                  <a:pt x="224" y="419"/>
                  <a:pt x="190" y="455"/>
                </a:cubicBezTo>
                <a:cubicBezTo>
                  <a:pt x="156" y="491"/>
                  <a:pt x="125" y="509"/>
                  <a:pt x="94" y="509"/>
                </a:cubicBezTo>
                <a:lnTo>
                  <a:pt x="89" y="509"/>
                </a:lnTo>
                <a:cubicBezTo>
                  <a:pt x="72" y="509"/>
                  <a:pt x="57" y="505"/>
                  <a:pt x="45" y="495"/>
                </a:cubicBezTo>
                <a:cubicBezTo>
                  <a:pt x="33" y="486"/>
                  <a:pt x="24" y="473"/>
                  <a:pt x="17" y="457"/>
                </a:cubicBezTo>
                <a:cubicBezTo>
                  <a:pt x="11" y="442"/>
                  <a:pt x="7" y="426"/>
                  <a:pt x="4" y="410"/>
                </a:cubicBezTo>
                <a:cubicBezTo>
                  <a:pt x="1" y="394"/>
                  <a:pt x="0" y="377"/>
                  <a:pt x="0" y="360"/>
                </a:cubicBezTo>
                <a:moveTo>
                  <a:pt x="248" y="99"/>
                </a:moveTo>
                <a:cubicBezTo>
                  <a:pt x="248" y="50"/>
                  <a:pt x="236" y="26"/>
                  <a:pt x="211" y="26"/>
                </a:cubicBezTo>
                <a:cubicBezTo>
                  <a:pt x="193" y="26"/>
                  <a:pt x="176" y="37"/>
                  <a:pt x="160" y="58"/>
                </a:cubicBezTo>
                <a:cubicBezTo>
                  <a:pt x="144" y="79"/>
                  <a:pt x="130" y="104"/>
                  <a:pt x="120" y="131"/>
                </a:cubicBezTo>
                <a:cubicBezTo>
                  <a:pt x="109" y="158"/>
                  <a:pt x="101" y="181"/>
                  <a:pt x="96" y="203"/>
                </a:cubicBezTo>
                <a:cubicBezTo>
                  <a:pt x="90" y="223"/>
                  <a:pt x="87" y="235"/>
                  <a:pt x="86" y="238"/>
                </a:cubicBezTo>
                <a:cubicBezTo>
                  <a:pt x="110" y="239"/>
                  <a:pt x="133" y="239"/>
                  <a:pt x="155" y="239"/>
                </a:cubicBezTo>
                <a:lnTo>
                  <a:pt x="225" y="238"/>
                </a:lnTo>
                <a:cubicBezTo>
                  <a:pt x="226" y="238"/>
                  <a:pt x="228" y="230"/>
                  <a:pt x="231" y="215"/>
                </a:cubicBezTo>
                <a:cubicBezTo>
                  <a:pt x="234" y="199"/>
                  <a:pt x="238" y="180"/>
                  <a:pt x="243" y="157"/>
                </a:cubicBezTo>
                <a:cubicBezTo>
                  <a:pt x="247" y="134"/>
                  <a:pt x="249" y="115"/>
                  <a:pt x="248" y="99"/>
                </a:cubicBezTo>
                <a:moveTo>
                  <a:pt x="55" y="408"/>
                </a:moveTo>
                <a:cubicBezTo>
                  <a:pt x="55" y="459"/>
                  <a:pt x="68" y="484"/>
                  <a:pt x="93" y="484"/>
                </a:cubicBezTo>
                <a:cubicBezTo>
                  <a:pt x="100" y="484"/>
                  <a:pt x="108" y="481"/>
                  <a:pt x="116" y="477"/>
                </a:cubicBezTo>
                <a:cubicBezTo>
                  <a:pt x="124" y="472"/>
                  <a:pt x="133" y="463"/>
                  <a:pt x="145" y="450"/>
                </a:cubicBezTo>
                <a:cubicBezTo>
                  <a:pt x="156" y="436"/>
                  <a:pt x="168" y="416"/>
                  <a:pt x="179" y="388"/>
                </a:cubicBezTo>
                <a:cubicBezTo>
                  <a:pt x="190" y="360"/>
                  <a:pt x="203" y="325"/>
                  <a:pt x="214" y="284"/>
                </a:cubicBezTo>
                <a:lnTo>
                  <a:pt x="218" y="272"/>
                </a:lnTo>
                <a:lnTo>
                  <a:pt x="78" y="272"/>
                </a:lnTo>
                <a:cubicBezTo>
                  <a:pt x="78" y="273"/>
                  <a:pt x="76" y="282"/>
                  <a:pt x="71" y="299"/>
                </a:cubicBezTo>
                <a:cubicBezTo>
                  <a:pt x="67" y="315"/>
                  <a:pt x="63" y="334"/>
                  <a:pt x="60" y="354"/>
                </a:cubicBezTo>
                <a:cubicBezTo>
                  <a:pt x="57" y="375"/>
                  <a:pt x="55" y="393"/>
                  <a:pt x="55" y="40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526160" y="2130120"/>
            <a:ext cx="51480" cy="122040"/>
          </a:xfrm>
          <a:custGeom>
            <a:avLst/>
            <a:gdLst/>
            <a:ahLst/>
            <a:rect l="0" t="0" r="r" b="b"/>
            <a:pathLst>
              <a:path w="143" h="339">
                <a:moveTo>
                  <a:pt x="83" y="30"/>
                </a:moveTo>
                <a:cubicBezTo>
                  <a:pt x="83" y="22"/>
                  <a:pt x="87" y="15"/>
                  <a:pt x="93" y="9"/>
                </a:cubicBezTo>
                <a:cubicBezTo>
                  <a:pt x="99" y="3"/>
                  <a:pt x="107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7" y="21"/>
                </a:cubicBezTo>
                <a:cubicBezTo>
                  <a:pt x="137" y="28"/>
                  <a:pt x="133" y="35"/>
                  <a:pt x="127" y="42"/>
                </a:cubicBezTo>
                <a:cubicBezTo>
                  <a:pt x="120" y="48"/>
                  <a:pt x="113" y="51"/>
                  <a:pt x="105" y="52"/>
                </a:cubicBezTo>
                <a:cubicBezTo>
                  <a:pt x="100" y="52"/>
                  <a:pt x="95" y="50"/>
                  <a:pt x="90" y="47"/>
                </a:cubicBezTo>
                <a:cubicBezTo>
                  <a:pt x="86" y="43"/>
                  <a:pt x="84" y="38"/>
                  <a:pt x="83" y="30"/>
                </a:cubicBezTo>
                <a:moveTo>
                  <a:pt x="0" y="188"/>
                </a:moveTo>
                <a:cubicBezTo>
                  <a:pt x="0" y="185"/>
                  <a:pt x="2" y="180"/>
                  <a:pt x="5" y="172"/>
                </a:cubicBezTo>
                <a:cubicBezTo>
                  <a:pt x="8" y="164"/>
                  <a:pt x="12" y="156"/>
                  <a:pt x="17" y="146"/>
                </a:cubicBezTo>
                <a:cubicBezTo>
                  <a:pt x="22" y="137"/>
                  <a:pt x="29" y="128"/>
                  <a:pt x="40" y="121"/>
                </a:cubicBezTo>
                <a:cubicBezTo>
                  <a:pt x="50" y="113"/>
                  <a:pt x="60" y="109"/>
                  <a:pt x="70" y="110"/>
                </a:cubicBezTo>
                <a:cubicBezTo>
                  <a:pt x="83" y="110"/>
                  <a:pt x="94" y="114"/>
                  <a:pt x="103" y="121"/>
                </a:cubicBezTo>
                <a:cubicBezTo>
                  <a:pt x="112" y="129"/>
                  <a:pt x="116" y="139"/>
                  <a:pt x="117" y="152"/>
                </a:cubicBezTo>
                <a:cubicBezTo>
                  <a:pt x="117" y="158"/>
                  <a:pt x="114" y="168"/>
                  <a:pt x="110" y="181"/>
                </a:cubicBezTo>
                <a:cubicBezTo>
                  <a:pt x="105" y="194"/>
                  <a:pt x="98" y="211"/>
                  <a:pt x="89" y="233"/>
                </a:cubicBezTo>
                <a:cubicBezTo>
                  <a:pt x="81" y="256"/>
                  <a:pt x="74" y="274"/>
                  <a:pt x="68" y="290"/>
                </a:cubicBezTo>
                <a:cubicBezTo>
                  <a:pt x="67" y="298"/>
                  <a:pt x="66" y="303"/>
                  <a:pt x="66" y="306"/>
                </a:cubicBezTo>
                <a:cubicBezTo>
                  <a:pt x="66" y="315"/>
                  <a:pt x="69" y="319"/>
                  <a:pt x="74" y="319"/>
                </a:cubicBezTo>
                <a:cubicBezTo>
                  <a:pt x="77" y="319"/>
                  <a:pt x="81" y="318"/>
                  <a:pt x="84" y="317"/>
                </a:cubicBezTo>
                <a:cubicBezTo>
                  <a:pt x="87" y="316"/>
                  <a:pt x="91" y="314"/>
                  <a:pt x="96" y="310"/>
                </a:cubicBezTo>
                <a:cubicBezTo>
                  <a:pt x="100" y="307"/>
                  <a:pt x="104" y="301"/>
                  <a:pt x="109" y="293"/>
                </a:cubicBezTo>
                <a:cubicBezTo>
                  <a:pt x="114" y="285"/>
                  <a:pt x="118" y="275"/>
                  <a:pt x="122" y="263"/>
                </a:cubicBezTo>
                <a:cubicBezTo>
                  <a:pt x="123" y="259"/>
                  <a:pt x="124" y="257"/>
                  <a:pt x="124" y="256"/>
                </a:cubicBezTo>
                <a:cubicBezTo>
                  <a:pt x="125" y="255"/>
                  <a:pt x="128" y="255"/>
                  <a:pt x="133" y="255"/>
                </a:cubicBezTo>
                <a:cubicBezTo>
                  <a:pt x="139" y="255"/>
                  <a:pt x="143" y="257"/>
                  <a:pt x="143" y="260"/>
                </a:cubicBezTo>
                <a:cubicBezTo>
                  <a:pt x="143" y="263"/>
                  <a:pt x="141" y="268"/>
                  <a:pt x="138" y="276"/>
                </a:cubicBezTo>
                <a:cubicBezTo>
                  <a:pt x="135" y="283"/>
                  <a:pt x="131" y="292"/>
                  <a:pt x="126" y="301"/>
                </a:cubicBezTo>
                <a:cubicBezTo>
                  <a:pt x="120" y="311"/>
                  <a:pt x="113" y="319"/>
                  <a:pt x="103" y="326"/>
                </a:cubicBezTo>
                <a:cubicBezTo>
                  <a:pt x="93" y="334"/>
                  <a:pt x="83" y="339"/>
                  <a:pt x="72" y="339"/>
                </a:cubicBezTo>
                <a:cubicBezTo>
                  <a:pt x="61" y="339"/>
                  <a:pt x="51" y="334"/>
                  <a:pt x="42" y="327"/>
                </a:cubicBezTo>
                <a:cubicBezTo>
                  <a:pt x="32" y="320"/>
                  <a:pt x="27" y="309"/>
                  <a:pt x="27" y="295"/>
                </a:cubicBezTo>
                <a:cubicBezTo>
                  <a:pt x="27" y="289"/>
                  <a:pt x="28" y="284"/>
                  <a:pt x="30" y="279"/>
                </a:cubicBezTo>
                <a:cubicBezTo>
                  <a:pt x="31" y="274"/>
                  <a:pt x="40" y="255"/>
                  <a:pt x="52" y="221"/>
                </a:cubicBezTo>
                <a:cubicBezTo>
                  <a:pt x="65" y="187"/>
                  <a:pt x="72" y="167"/>
                  <a:pt x="74" y="160"/>
                </a:cubicBezTo>
                <a:cubicBezTo>
                  <a:pt x="76" y="154"/>
                  <a:pt x="78" y="147"/>
                  <a:pt x="78" y="141"/>
                </a:cubicBezTo>
                <a:cubicBezTo>
                  <a:pt x="78" y="133"/>
                  <a:pt x="75" y="129"/>
                  <a:pt x="69" y="129"/>
                </a:cubicBezTo>
                <a:lnTo>
                  <a:pt x="68" y="129"/>
                </a:lnTo>
                <a:cubicBezTo>
                  <a:pt x="58" y="129"/>
                  <a:pt x="49" y="134"/>
                  <a:pt x="41" y="145"/>
                </a:cubicBezTo>
                <a:cubicBezTo>
                  <a:pt x="31" y="156"/>
                  <a:pt x="25" y="171"/>
                  <a:pt x="21" y="188"/>
                </a:cubicBezTo>
                <a:cubicBezTo>
                  <a:pt x="20" y="188"/>
                  <a:pt x="20" y="188"/>
                  <a:pt x="20" y="189"/>
                </a:cubicBezTo>
                <a:cubicBezTo>
                  <a:pt x="19" y="190"/>
                  <a:pt x="19" y="190"/>
                  <a:pt x="19" y="191"/>
                </a:cubicBezTo>
                <a:lnTo>
                  <a:pt x="18" y="192"/>
                </a:lnTo>
                <a:cubicBezTo>
                  <a:pt x="17" y="192"/>
                  <a:pt x="17" y="192"/>
                  <a:pt x="17" y="192"/>
                </a:cubicBezTo>
                <a:cubicBezTo>
                  <a:pt x="16" y="192"/>
                  <a:pt x="16" y="192"/>
                  <a:pt x="15" y="192"/>
                </a:cubicBezTo>
                <a:cubicBezTo>
                  <a:pt x="14" y="192"/>
                  <a:pt x="12" y="192"/>
                  <a:pt x="11" y="192"/>
                </a:cubicBezTo>
                <a:lnTo>
                  <a:pt x="3" y="192"/>
                </a:lnTo>
                <a:cubicBezTo>
                  <a:pt x="1" y="190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7611840" y="20192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4" y="0"/>
                </a:moveTo>
                <a:lnTo>
                  <a:pt x="7" y="0"/>
                </a:lnTo>
                <a:cubicBezTo>
                  <a:pt x="9" y="0"/>
                  <a:pt x="11" y="0"/>
                  <a:pt x="14" y="0"/>
                </a:cubicBezTo>
                <a:lnTo>
                  <a:pt x="23" y="0"/>
                </a:lnTo>
                <a:lnTo>
                  <a:pt x="43" y="17"/>
                </a:lnTo>
                <a:cubicBezTo>
                  <a:pt x="88" y="57"/>
                  <a:pt x="120" y="107"/>
                  <a:pt x="141" y="168"/>
                </a:cubicBezTo>
                <a:cubicBezTo>
                  <a:pt x="161" y="228"/>
                  <a:pt x="171" y="290"/>
                  <a:pt x="171" y="355"/>
                </a:cubicBezTo>
                <a:cubicBezTo>
                  <a:pt x="171" y="388"/>
                  <a:pt x="169" y="419"/>
                  <a:pt x="164" y="450"/>
                </a:cubicBezTo>
                <a:cubicBezTo>
                  <a:pt x="159" y="479"/>
                  <a:pt x="154" y="505"/>
                  <a:pt x="148" y="526"/>
                </a:cubicBezTo>
                <a:cubicBezTo>
                  <a:pt x="142" y="547"/>
                  <a:pt x="133" y="567"/>
                  <a:pt x="121" y="588"/>
                </a:cubicBezTo>
                <a:cubicBezTo>
                  <a:pt x="110" y="609"/>
                  <a:pt x="101" y="625"/>
                  <a:pt x="94" y="636"/>
                </a:cubicBezTo>
                <a:cubicBezTo>
                  <a:pt x="88" y="647"/>
                  <a:pt x="78" y="659"/>
                  <a:pt x="65" y="672"/>
                </a:cubicBezTo>
                <a:cubicBezTo>
                  <a:pt x="52" y="686"/>
                  <a:pt x="45" y="693"/>
                  <a:pt x="42" y="696"/>
                </a:cubicBezTo>
                <a:cubicBezTo>
                  <a:pt x="40" y="698"/>
                  <a:pt x="35" y="703"/>
                  <a:pt x="26" y="709"/>
                </a:cubicBezTo>
                <a:cubicBezTo>
                  <a:pt x="25" y="711"/>
                  <a:pt x="24" y="712"/>
                  <a:pt x="23" y="712"/>
                </a:cubicBezTo>
                <a:lnTo>
                  <a:pt x="14" y="712"/>
                </a:lnTo>
                <a:cubicBezTo>
                  <a:pt x="10" y="712"/>
                  <a:pt x="7" y="712"/>
                  <a:pt x="6" y="712"/>
                </a:cubicBezTo>
                <a:cubicBezTo>
                  <a:pt x="4" y="712"/>
                  <a:pt x="3" y="711"/>
                  <a:pt x="2" y="710"/>
                </a:cubicBezTo>
                <a:cubicBezTo>
                  <a:pt x="1" y="709"/>
                  <a:pt x="1" y="706"/>
                  <a:pt x="0" y="704"/>
                </a:cubicBezTo>
                <a:cubicBezTo>
                  <a:pt x="1" y="703"/>
                  <a:pt x="3" y="700"/>
                  <a:pt x="8" y="694"/>
                </a:cubicBezTo>
                <a:cubicBezTo>
                  <a:pt x="83" y="618"/>
                  <a:pt x="119" y="505"/>
                  <a:pt x="119" y="355"/>
                </a:cubicBezTo>
                <a:cubicBezTo>
                  <a:pt x="119" y="206"/>
                  <a:pt x="83" y="94"/>
                  <a:pt x="8" y="17"/>
                </a:cubicBezTo>
                <a:cubicBezTo>
                  <a:pt x="3" y="12"/>
                  <a:pt x="1" y="9"/>
                  <a:pt x="0" y="8"/>
                </a:cubicBezTo>
                <a:cubicBezTo>
                  <a:pt x="0" y="4"/>
                  <a:pt x="1" y="2"/>
                  <a:pt x="4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71320" y="1563120"/>
            <a:ext cx="939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Encoder: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234080" y="2558160"/>
            <a:ext cx="142200" cy="113400"/>
          </a:xfrm>
          <a:custGeom>
            <a:avLst/>
            <a:gdLst/>
            <a:ahLst/>
            <a:rect l="0" t="0" r="r" b="b"/>
            <a:pathLst>
              <a:path w="395" h="315">
                <a:moveTo>
                  <a:pt x="81" y="315"/>
                </a:moveTo>
                <a:cubicBezTo>
                  <a:pt x="64" y="315"/>
                  <a:pt x="56" y="307"/>
                  <a:pt x="56" y="292"/>
                </a:cubicBezTo>
                <a:lnTo>
                  <a:pt x="56" y="284"/>
                </a:lnTo>
                <a:lnTo>
                  <a:pt x="66" y="263"/>
                </a:lnTo>
                <a:cubicBezTo>
                  <a:pt x="101" y="188"/>
                  <a:pt x="127" y="123"/>
                  <a:pt x="143" y="69"/>
                </a:cubicBezTo>
                <a:lnTo>
                  <a:pt x="149" y="52"/>
                </a:lnTo>
                <a:lnTo>
                  <a:pt x="126" y="52"/>
                </a:lnTo>
                <a:cubicBezTo>
                  <a:pt x="108" y="52"/>
                  <a:pt x="95" y="52"/>
                  <a:pt x="88" y="54"/>
                </a:cubicBezTo>
                <a:cubicBezTo>
                  <a:pt x="80" y="55"/>
                  <a:pt x="71" y="60"/>
                  <a:pt x="60" y="67"/>
                </a:cubicBezTo>
                <a:cubicBezTo>
                  <a:pt x="55" y="71"/>
                  <a:pt x="49" y="75"/>
                  <a:pt x="44" y="80"/>
                </a:cubicBezTo>
                <a:cubicBezTo>
                  <a:pt x="39" y="85"/>
                  <a:pt x="35" y="90"/>
                  <a:pt x="31" y="95"/>
                </a:cubicBezTo>
                <a:cubicBezTo>
                  <a:pt x="27" y="100"/>
                  <a:pt x="25" y="103"/>
                  <a:pt x="24" y="104"/>
                </a:cubicBezTo>
                <a:cubicBezTo>
                  <a:pt x="23" y="104"/>
                  <a:pt x="20" y="104"/>
                  <a:pt x="14" y="104"/>
                </a:cubicBezTo>
                <a:cubicBezTo>
                  <a:pt x="5" y="104"/>
                  <a:pt x="0" y="102"/>
                  <a:pt x="0" y="97"/>
                </a:cubicBezTo>
                <a:cubicBezTo>
                  <a:pt x="0" y="94"/>
                  <a:pt x="5" y="86"/>
                  <a:pt x="14" y="72"/>
                </a:cubicBezTo>
                <a:cubicBezTo>
                  <a:pt x="23" y="58"/>
                  <a:pt x="36" y="44"/>
                  <a:pt x="53" y="28"/>
                </a:cubicBezTo>
                <a:cubicBezTo>
                  <a:pt x="70" y="12"/>
                  <a:pt x="87" y="3"/>
                  <a:pt x="103" y="1"/>
                </a:cubicBezTo>
                <a:cubicBezTo>
                  <a:pt x="107" y="0"/>
                  <a:pt x="160" y="0"/>
                  <a:pt x="263" y="0"/>
                </a:cubicBezTo>
                <a:cubicBezTo>
                  <a:pt x="340" y="0"/>
                  <a:pt x="379" y="0"/>
                  <a:pt x="381" y="0"/>
                </a:cubicBezTo>
                <a:cubicBezTo>
                  <a:pt x="391" y="4"/>
                  <a:pt x="395" y="10"/>
                  <a:pt x="395" y="20"/>
                </a:cubicBezTo>
                <a:cubicBezTo>
                  <a:pt x="395" y="35"/>
                  <a:pt x="388" y="45"/>
                  <a:pt x="373" y="50"/>
                </a:cubicBezTo>
                <a:cubicBezTo>
                  <a:pt x="370" y="51"/>
                  <a:pt x="353" y="52"/>
                  <a:pt x="323" y="52"/>
                </a:cubicBezTo>
                <a:lnTo>
                  <a:pt x="277" y="52"/>
                </a:lnTo>
                <a:lnTo>
                  <a:pt x="275" y="64"/>
                </a:lnTo>
                <a:cubicBezTo>
                  <a:pt x="269" y="98"/>
                  <a:pt x="266" y="126"/>
                  <a:pt x="266" y="148"/>
                </a:cubicBezTo>
                <a:cubicBezTo>
                  <a:pt x="266" y="173"/>
                  <a:pt x="268" y="195"/>
                  <a:pt x="273" y="214"/>
                </a:cubicBezTo>
                <a:cubicBezTo>
                  <a:pt x="277" y="234"/>
                  <a:pt x="281" y="249"/>
                  <a:pt x="286" y="260"/>
                </a:cubicBezTo>
                <a:cubicBezTo>
                  <a:pt x="291" y="271"/>
                  <a:pt x="293" y="279"/>
                  <a:pt x="293" y="281"/>
                </a:cubicBezTo>
                <a:cubicBezTo>
                  <a:pt x="293" y="289"/>
                  <a:pt x="290" y="297"/>
                  <a:pt x="283" y="304"/>
                </a:cubicBezTo>
                <a:cubicBezTo>
                  <a:pt x="277" y="311"/>
                  <a:pt x="268" y="314"/>
                  <a:pt x="258" y="314"/>
                </a:cubicBezTo>
                <a:cubicBezTo>
                  <a:pt x="252" y="314"/>
                  <a:pt x="248" y="314"/>
                  <a:pt x="245" y="312"/>
                </a:cubicBezTo>
                <a:cubicBezTo>
                  <a:pt x="242" y="311"/>
                  <a:pt x="238" y="305"/>
                  <a:pt x="234" y="295"/>
                </a:cubicBezTo>
                <a:cubicBezTo>
                  <a:pt x="229" y="285"/>
                  <a:pt x="225" y="270"/>
                  <a:pt x="222" y="251"/>
                </a:cubicBezTo>
                <a:cubicBezTo>
                  <a:pt x="222" y="247"/>
                  <a:pt x="221" y="237"/>
                  <a:pt x="221" y="220"/>
                </a:cubicBezTo>
                <a:cubicBezTo>
                  <a:pt x="221" y="197"/>
                  <a:pt x="224" y="172"/>
                  <a:pt x="228" y="145"/>
                </a:cubicBezTo>
                <a:cubicBezTo>
                  <a:pt x="232" y="119"/>
                  <a:pt x="236" y="97"/>
                  <a:pt x="241" y="80"/>
                </a:cubicBezTo>
                <a:cubicBezTo>
                  <a:pt x="245" y="63"/>
                  <a:pt x="247" y="53"/>
                  <a:pt x="248" y="52"/>
                </a:cubicBezTo>
                <a:lnTo>
                  <a:pt x="178" y="52"/>
                </a:lnTo>
                <a:lnTo>
                  <a:pt x="177" y="54"/>
                </a:lnTo>
                <a:cubicBezTo>
                  <a:pt x="177" y="56"/>
                  <a:pt x="173" y="75"/>
                  <a:pt x="164" y="111"/>
                </a:cubicBezTo>
                <a:cubicBezTo>
                  <a:pt x="155" y="147"/>
                  <a:pt x="145" y="185"/>
                  <a:pt x="133" y="225"/>
                </a:cubicBezTo>
                <a:cubicBezTo>
                  <a:pt x="122" y="265"/>
                  <a:pt x="114" y="289"/>
                  <a:pt x="111" y="295"/>
                </a:cubicBezTo>
                <a:cubicBezTo>
                  <a:pt x="106" y="308"/>
                  <a:pt x="96" y="315"/>
                  <a:pt x="81" y="31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387440" y="2587320"/>
            <a:ext cx="51480" cy="122040"/>
          </a:xfrm>
          <a:custGeom>
            <a:avLst/>
            <a:gdLst/>
            <a:ahLst/>
            <a:rect l="0" t="0" r="r" b="b"/>
            <a:pathLst>
              <a:path w="143" h="339">
                <a:moveTo>
                  <a:pt x="83" y="30"/>
                </a:moveTo>
                <a:cubicBezTo>
                  <a:pt x="83" y="22"/>
                  <a:pt x="86" y="15"/>
                  <a:pt x="93" y="9"/>
                </a:cubicBezTo>
                <a:cubicBezTo>
                  <a:pt x="99" y="3"/>
                  <a:pt x="107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7" y="21"/>
                </a:cubicBezTo>
                <a:cubicBezTo>
                  <a:pt x="137" y="28"/>
                  <a:pt x="133" y="35"/>
                  <a:pt x="126" y="42"/>
                </a:cubicBezTo>
                <a:cubicBezTo>
                  <a:pt x="120" y="48"/>
                  <a:pt x="112" y="51"/>
                  <a:pt x="104" y="52"/>
                </a:cubicBezTo>
                <a:cubicBezTo>
                  <a:pt x="99" y="52"/>
                  <a:pt x="95" y="50"/>
                  <a:pt x="90" y="47"/>
                </a:cubicBezTo>
                <a:cubicBezTo>
                  <a:pt x="86" y="43"/>
                  <a:pt x="84" y="38"/>
                  <a:pt x="83" y="30"/>
                </a:cubicBezTo>
                <a:moveTo>
                  <a:pt x="0" y="189"/>
                </a:moveTo>
                <a:cubicBezTo>
                  <a:pt x="0" y="186"/>
                  <a:pt x="2" y="181"/>
                  <a:pt x="5" y="173"/>
                </a:cubicBezTo>
                <a:cubicBezTo>
                  <a:pt x="8" y="165"/>
                  <a:pt x="12" y="157"/>
                  <a:pt x="17" y="147"/>
                </a:cubicBezTo>
                <a:cubicBezTo>
                  <a:pt x="22" y="138"/>
                  <a:pt x="30" y="129"/>
                  <a:pt x="40" y="122"/>
                </a:cubicBezTo>
                <a:cubicBezTo>
                  <a:pt x="50" y="114"/>
                  <a:pt x="60" y="110"/>
                  <a:pt x="70" y="111"/>
                </a:cubicBezTo>
                <a:cubicBezTo>
                  <a:pt x="83" y="111"/>
                  <a:pt x="94" y="115"/>
                  <a:pt x="103" y="122"/>
                </a:cubicBezTo>
                <a:cubicBezTo>
                  <a:pt x="112" y="130"/>
                  <a:pt x="116" y="140"/>
                  <a:pt x="116" y="153"/>
                </a:cubicBezTo>
                <a:cubicBezTo>
                  <a:pt x="116" y="159"/>
                  <a:pt x="114" y="169"/>
                  <a:pt x="109" y="182"/>
                </a:cubicBezTo>
                <a:cubicBezTo>
                  <a:pt x="105" y="195"/>
                  <a:pt x="98" y="212"/>
                  <a:pt x="89" y="234"/>
                </a:cubicBezTo>
                <a:cubicBezTo>
                  <a:pt x="81" y="257"/>
                  <a:pt x="73" y="275"/>
                  <a:pt x="68" y="291"/>
                </a:cubicBezTo>
                <a:cubicBezTo>
                  <a:pt x="66" y="299"/>
                  <a:pt x="66" y="304"/>
                  <a:pt x="66" y="307"/>
                </a:cubicBezTo>
                <a:cubicBezTo>
                  <a:pt x="66" y="316"/>
                  <a:pt x="68" y="320"/>
                  <a:pt x="74" y="320"/>
                </a:cubicBezTo>
                <a:cubicBezTo>
                  <a:pt x="77" y="320"/>
                  <a:pt x="80" y="319"/>
                  <a:pt x="84" y="318"/>
                </a:cubicBezTo>
                <a:cubicBezTo>
                  <a:pt x="87" y="317"/>
                  <a:pt x="91" y="315"/>
                  <a:pt x="95" y="311"/>
                </a:cubicBezTo>
                <a:cubicBezTo>
                  <a:pt x="100" y="308"/>
                  <a:pt x="104" y="302"/>
                  <a:pt x="109" y="294"/>
                </a:cubicBezTo>
                <a:cubicBezTo>
                  <a:pt x="114" y="286"/>
                  <a:pt x="118" y="276"/>
                  <a:pt x="121" y="264"/>
                </a:cubicBezTo>
                <a:cubicBezTo>
                  <a:pt x="122" y="260"/>
                  <a:pt x="123" y="258"/>
                  <a:pt x="124" y="257"/>
                </a:cubicBezTo>
                <a:cubicBezTo>
                  <a:pt x="125" y="256"/>
                  <a:pt x="127" y="256"/>
                  <a:pt x="132" y="256"/>
                </a:cubicBezTo>
                <a:cubicBezTo>
                  <a:pt x="139" y="256"/>
                  <a:pt x="143" y="258"/>
                  <a:pt x="143" y="261"/>
                </a:cubicBezTo>
                <a:cubicBezTo>
                  <a:pt x="143" y="264"/>
                  <a:pt x="141" y="269"/>
                  <a:pt x="138" y="277"/>
                </a:cubicBezTo>
                <a:cubicBezTo>
                  <a:pt x="135" y="284"/>
                  <a:pt x="131" y="293"/>
                  <a:pt x="125" y="302"/>
                </a:cubicBezTo>
                <a:cubicBezTo>
                  <a:pt x="120" y="312"/>
                  <a:pt x="113" y="320"/>
                  <a:pt x="103" y="327"/>
                </a:cubicBezTo>
                <a:cubicBezTo>
                  <a:pt x="93" y="335"/>
                  <a:pt x="83" y="339"/>
                  <a:pt x="72" y="339"/>
                </a:cubicBezTo>
                <a:cubicBezTo>
                  <a:pt x="61" y="339"/>
                  <a:pt x="51" y="335"/>
                  <a:pt x="42" y="328"/>
                </a:cubicBezTo>
                <a:cubicBezTo>
                  <a:pt x="33" y="321"/>
                  <a:pt x="28" y="310"/>
                  <a:pt x="28" y="296"/>
                </a:cubicBezTo>
                <a:cubicBezTo>
                  <a:pt x="28" y="290"/>
                  <a:pt x="29" y="285"/>
                  <a:pt x="30" y="280"/>
                </a:cubicBezTo>
                <a:cubicBezTo>
                  <a:pt x="32" y="275"/>
                  <a:pt x="39" y="256"/>
                  <a:pt x="52" y="222"/>
                </a:cubicBezTo>
                <a:cubicBezTo>
                  <a:pt x="65" y="188"/>
                  <a:pt x="72" y="168"/>
                  <a:pt x="74" y="161"/>
                </a:cubicBezTo>
                <a:cubicBezTo>
                  <a:pt x="76" y="155"/>
                  <a:pt x="77" y="148"/>
                  <a:pt x="78" y="142"/>
                </a:cubicBezTo>
                <a:cubicBezTo>
                  <a:pt x="78" y="134"/>
                  <a:pt x="75" y="130"/>
                  <a:pt x="69" y="130"/>
                </a:cubicBezTo>
                <a:lnTo>
                  <a:pt x="68" y="130"/>
                </a:lnTo>
                <a:cubicBezTo>
                  <a:pt x="58" y="130"/>
                  <a:pt x="49" y="135"/>
                  <a:pt x="40" y="146"/>
                </a:cubicBezTo>
                <a:cubicBezTo>
                  <a:pt x="32" y="157"/>
                  <a:pt x="26" y="172"/>
                  <a:pt x="20" y="189"/>
                </a:cubicBezTo>
                <a:lnTo>
                  <a:pt x="19" y="190"/>
                </a:lnTo>
                <a:cubicBezTo>
                  <a:pt x="19" y="191"/>
                  <a:pt x="19" y="191"/>
                  <a:pt x="19" y="192"/>
                </a:cubicBezTo>
                <a:cubicBezTo>
                  <a:pt x="19" y="192"/>
                  <a:pt x="18" y="192"/>
                  <a:pt x="18" y="193"/>
                </a:cubicBezTo>
                <a:cubicBezTo>
                  <a:pt x="17" y="193"/>
                  <a:pt x="17" y="193"/>
                  <a:pt x="16" y="193"/>
                </a:cubicBezTo>
                <a:cubicBezTo>
                  <a:pt x="16" y="193"/>
                  <a:pt x="15" y="193"/>
                  <a:pt x="14" y="193"/>
                </a:cubicBezTo>
                <a:cubicBezTo>
                  <a:pt x="13" y="193"/>
                  <a:pt x="12" y="193"/>
                  <a:pt x="10" y="193"/>
                </a:cubicBezTo>
                <a:lnTo>
                  <a:pt x="3" y="193"/>
                </a:lnTo>
                <a:cubicBezTo>
                  <a:pt x="1" y="191"/>
                  <a:pt x="0" y="190"/>
                  <a:pt x="0" y="18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483200" y="24764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0" y="355"/>
                </a:moveTo>
                <a:cubicBezTo>
                  <a:pt x="0" y="323"/>
                  <a:pt x="2" y="292"/>
                  <a:pt x="7" y="262"/>
                </a:cubicBezTo>
                <a:cubicBezTo>
                  <a:pt x="12" y="233"/>
                  <a:pt x="17" y="207"/>
                  <a:pt x="23" y="186"/>
                </a:cubicBezTo>
                <a:cubicBezTo>
                  <a:pt x="29" y="165"/>
                  <a:pt x="38" y="144"/>
                  <a:pt x="50" y="123"/>
                </a:cubicBezTo>
                <a:cubicBezTo>
                  <a:pt x="62" y="103"/>
                  <a:pt x="71" y="87"/>
                  <a:pt x="78" y="76"/>
                </a:cubicBezTo>
                <a:cubicBezTo>
                  <a:pt x="84" y="64"/>
                  <a:pt x="94" y="52"/>
                  <a:pt x="107" y="39"/>
                </a:cubicBezTo>
                <a:cubicBezTo>
                  <a:pt x="121" y="26"/>
                  <a:pt x="129" y="17"/>
                  <a:pt x="131" y="15"/>
                </a:cubicBezTo>
                <a:cubicBezTo>
                  <a:pt x="133" y="12"/>
                  <a:pt x="139" y="7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7" y="0"/>
                  <a:pt x="171" y="2"/>
                  <a:pt x="171" y="6"/>
                </a:cubicBezTo>
                <a:cubicBezTo>
                  <a:pt x="171" y="7"/>
                  <a:pt x="167" y="12"/>
                  <a:pt x="159" y="21"/>
                </a:cubicBezTo>
                <a:cubicBezTo>
                  <a:pt x="151" y="30"/>
                  <a:pt x="141" y="42"/>
                  <a:pt x="129" y="59"/>
                </a:cubicBezTo>
                <a:cubicBezTo>
                  <a:pt x="118" y="75"/>
                  <a:pt x="106" y="96"/>
                  <a:pt x="95" y="120"/>
                </a:cubicBezTo>
                <a:cubicBezTo>
                  <a:pt x="83" y="144"/>
                  <a:pt x="73" y="177"/>
                  <a:pt x="65" y="218"/>
                </a:cubicBezTo>
                <a:cubicBezTo>
                  <a:pt x="57" y="259"/>
                  <a:pt x="53" y="305"/>
                  <a:pt x="53" y="355"/>
                </a:cubicBezTo>
                <a:cubicBezTo>
                  <a:pt x="53" y="406"/>
                  <a:pt x="57" y="451"/>
                  <a:pt x="65" y="492"/>
                </a:cubicBezTo>
                <a:cubicBezTo>
                  <a:pt x="73" y="533"/>
                  <a:pt x="83" y="566"/>
                  <a:pt x="94" y="592"/>
                </a:cubicBezTo>
                <a:cubicBezTo>
                  <a:pt x="105" y="617"/>
                  <a:pt x="117" y="637"/>
                  <a:pt x="129" y="653"/>
                </a:cubicBezTo>
                <a:cubicBezTo>
                  <a:pt x="141" y="669"/>
                  <a:pt x="151" y="681"/>
                  <a:pt x="159" y="691"/>
                </a:cubicBezTo>
                <a:cubicBezTo>
                  <a:pt x="167" y="700"/>
                  <a:pt x="171" y="705"/>
                  <a:pt x="171" y="706"/>
                </a:cubicBezTo>
                <a:cubicBezTo>
                  <a:pt x="171" y="710"/>
                  <a:pt x="167" y="712"/>
                  <a:pt x="160" y="712"/>
                </a:cubicBezTo>
                <a:lnTo>
                  <a:pt x="158" y="712"/>
                </a:lnTo>
                <a:lnTo>
                  <a:pt x="149" y="712"/>
                </a:lnTo>
                <a:lnTo>
                  <a:pt x="129" y="695"/>
                </a:lnTo>
                <a:cubicBezTo>
                  <a:pt x="84" y="655"/>
                  <a:pt x="52" y="604"/>
                  <a:pt x="30" y="543"/>
                </a:cubicBezTo>
                <a:cubicBezTo>
                  <a:pt x="10" y="483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564200" y="2554560"/>
            <a:ext cx="145080" cy="114120"/>
          </a:xfrm>
          <a:custGeom>
            <a:avLst/>
            <a:gdLst/>
            <a:ahLst/>
            <a:rect l="0" t="0" r="r" b="b"/>
            <a:pathLst>
              <a:path w="403" h="317">
                <a:moveTo>
                  <a:pt x="146" y="317"/>
                </a:moveTo>
                <a:cubicBezTo>
                  <a:pt x="139" y="316"/>
                  <a:pt x="114" y="315"/>
                  <a:pt x="71" y="315"/>
                </a:cubicBezTo>
                <a:cubicBezTo>
                  <a:pt x="32" y="315"/>
                  <a:pt x="10" y="316"/>
                  <a:pt x="5" y="317"/>
                </a:cubicBezTo>
                <a:lnTo>
                  <a:pt x="0" y="317"/>
                </a:lnTo>
                <a:lnTo>
                  <a:pt x="0" y="272"/>
                </a:lnTo>
                <a:lnTo>
                  <a:pt x="68" y="272"/>
                </a:lnTo>
                <a:lnTo>
                  <a:pt x="159" y="165"/>
                </a:lnTo>
                <a:lnTo>
                  <a:pt x="62" y="44"/>
                </a:lnTo>
                <a:lnTo>
                  <a:pt x="3" y="44"/>
                </a:lnTo>
                <a:lnTo>
                  <a:pt x="3" y="0"/>
                </a:lnTo>
                <a:lnTo>
                  <a:pt x="9" y="0"/>
                </a:lnTo>
                <a:cubicBezTo>
                  <a:pt x="16" y="2"/>
                  <a:pt x="42" y="3"/>
                  <a:pt x="86" y="3"/>
                </a:cubicBezTo>
                <a:cubicBezTo>
                  <a:pt x="136" y="3"/>
                  <a:pt x="165" y="2"/>
                  <a:pt x="173" y="0"/>
                </a:cubicBezTo>
                <a:lnTo>
                  <a:pt x="180" y="0"/>
                </a:lnTo>
                <a:lnTo>
                  <a:pt x="180" y="44"/>
                </a:lnTo>
                <a:lnTo>
                  <a:pt x="160" y="44"/>
                </a:lnTo>
                <a:lnTo>
                  <a:pt x="185" y="75"/>
                </a:lnTo>
                <a:cubicBezTo>
                  <a:pt x="201" y="95"/>
                  <a:pt x="209" y="105"/>
                  <a:pt x="209" y="105"/>
                </a:cubicBezTo>
                <a:cubicBezTo>
                  <a:pt x="211" y="105"/>
                  <a:pt x="220" y="95"/>
                  <a:pt x="236" y="74"/>
                </a:cubicBezTo>
                <a:lnTo>
                  <a:pt x="261" y="44"/>
                </a:lnTo>
                <a:lnTo>
                  <a:pt x="235" y="44"/>
                </a:lnTo>
                <a:lnTo>
                  <a:pt x="235" y="0"/>
                </a:lnTo>
                <a:lnTo>
                  <a:pt x="241" y="0"/>
                </a:lnTo>
                <a:cubicBezTo>
                  <a:pt x="248" y="2"/>
                  <a:pt x="274" y="3"/>
                  <a:pt x="317" y="3"/>
                </a:cubicBezTo>
                <a:cubicBezTo>
                  <a:pt x="356" y="3"/>
                  <a:pt x="378" y="2"/>
                  <a:pt x="383" y="0"/>
                </a:cubicBezTo>
                <a:lnTo>
                  <a:pt x="388" y="0"/>
                </a:lnTo>
                <a:lnTo>
                  <a:pt x="388" y="44"/>
                </a:lnTo>
                <a:lnTo>
                  <a:pt x="321" y="44"/>
                </a:lnTo>
                <a:lnTo>
                  <a:pt x="237" y="141"/>
                </a:lnTo>
                <a:lnTo>
                  <a:pt x="344" y="271"/>
                </a:lnTo>
                <a:lnTo>
                  <a:pt x="373" y="272"/>
                </a:lnTo>
                <a:lnTo>
                  <a:pt x="403" y="272"/>
                </a:lnTo>
                <a:lnTo>
                  <a:pt x="403" y="317"/>
                </a:lnTo>
                <a:lnTo>
                  <a:pt x="397" y="317"/>
                </a:lnTo>
                <a:cubicBezTo>
                  <a:pt x="390" y="316"/>
                  <a:pt x="364" y="315"/>
                  <a:pt x="319" y="315"/>
                </a:cubicBezTo>
                <a:cubicBezTo>
                  <a:pt x="270" y="315"/>
                  <a:pt x="240" y="316"/>
                  <a:pt x="231" y="317"/>
                </a:cubicBezTo>
                <a:lnTo>
                  <a:pt x="225" y="317"/>
                </a:lnTo>
                <a:lnTo>
                  <a:pt x="225" y="272"/>
                </a:lnTo>
                <a:lnTo>
                  <a:pt x="245" y="272"/>
                </a:lnTo>
                <a:cubicBezTo>
                  <a:pt x="245" y="272"/>
                  <a:pt x="235" y="260"/>
                  <a:pt x="217" y="237"/>
                </a:cubicBezTo>
                <a:cubicBezTo>
                  <a:pt x="198" y="213"/>
                  <a:pt x="188" y="201"/>
                  <a:pt x="187" y="200"/>
                </a:cubicBezTo>
                <a:lnTo>
                  <a:pt x="125" y="271"/>
                </a:lnTo>
                <a:lnTo>
                  <a:pt x="139" y="272"/>
                </a:lnTo>
                <a:lnTo>
                  <a:pt x="152" y="272"/>
                </a:lnTo>
                <a:lnTo>
                  <a:pt x="152" y="317"/>
                </a:lnTo>
                <a:lnTo>
                  <a:pt x="146" y="3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728360" y="24764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3" y="0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7" y="57"/>
                  <a:pt x="120" y="107"/>
                  <a:pt x="140" y="168"/>
                </a:cubicBezTo>
                <a:cubicBezTo>
                  <a:pt x="160" y="228"/>
                  <a:pt x="171" y="290"/>
                  <a:pt x="171" y="355"/>
                </a:cubicBezTo>
                <a:cubicBezTo>
                  <a:pt x="171" y="388"/>
                  <a:pt x="168" y="419"/>
                  <a:pt x="164" y="449"/>
                </a:cubicBezTo>
                <a:cubicBezTo>
                  <a:pt x="159" y="478"/>
                  <a:pt x="153" y="504"/>
                  <a:pt x="147" y="525"/>
                </a:cubicBezTo>
                <a:cubicBezTo>
                  <a:pt x="141" y="546"/>
                  <a:pt x="132" y="566"/>
                  <a:pt x="121" y="588"/>
                </a:cubicBezTo>
                <a:cubicBezTo>
                  <a:pt x="109" y="609"/>
                  <a:pt x="100" y="625"/>
                  <a:pt x="94" y="636"/>
                </a:cubicBezTo>
                <a:cubicBezTo>
                  <a:pt x="87" y="647"/>
                  <a:pt x="77" y="659"/>
                  <a:pt x="65" y="672"/>
                </a:cubicBezTo>
                <a:cubicBezTo>
                  <a:pt x="52" y="686"/>
                  <a:pt x="43" y="693"/>
                  <a:pt x="41" y="696"/>
                </a:cubicBezTo>
                <a:cubicBezTo>
                  <a:pt x="38" y="698"/>
                  <a:pt x="33" y="703"/>
                  <a:pt x="24" y="709"/>
                </a:cubicBezTo>
                <a:cubicBezTo>
                  <a:pt x="23" y="711"/>
                  <a:pt x="22" y="712"/>
                  <a:pt x="22" y="712"/>
                </a:cubicBezTo>
                <a:lnTo>
                  <a:pt x="13" y="712"/>
                </a:lnTo>
                <a:cubicBezTo>
                  <a:pt x="9" y="712"/>
                  <a:pt x="7" y="712"/>
                  <a:pt x="5" y="712"/>
                </a:cubicBezTo>
                <a:cubicBezTo>
                  <a:pt x="4" y="712"/>
                  <a:pt x="3" y="711"/>
                  <a:pt x="2" y="710"/>
                </a:cubicBezTo>
                <a:cubicBezTo>
                  <a:pt x="1" y="709"/>
                  <a:pt x="0" y="706"/>
                  <a:pt x="0" y="704"/>
                </a:cubicBezTo>
                <a:cubicBezTo>
                  <a:pt x="0" y="703"/>
                  <a:pt x="3" y="700"/>
                  <a:pt x="7" y="694"/>
                </a:cubicBezTo>
                <a:cubicBezTo>
                  <a:pt x="82" y="618"/>
                  <a:pt x="119" y="504"/>
                  <a:pt x="119" y="355"/>
                </a:cubicBezTo>
                <a:cubicBezTo>
                  <a:pt x="119" y="206"/>
                  <a:pt x="82" y="94"/>
                  <a:pt x="7" y="17"/>
                </a:cubicBezTo>
                <a:cubicBezTo>
                  <a:pt x="3" y="12"/>
                  <a:pt x="0" y="9"/>
                  <a:pt x="0" y="8"/>
                </a:cubicBezTo>
                <a:cubicBezTo>
                  <a:pt x="0" y="4"/>
                  <a:pt x="1" y="2"/>
                  <a:pt x="3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899360" y="2574360"/>
            <a:ext cx="170640" cy="60480"/>
          </a:xfrm>
          <a:custGeom>
            <a:avLst/>
            <a:gdLst/>
            <a:ahLst/>
            <a:rect l="0" t="0" r="r" b="b"/>
            <a:pathLst>
              <a:path w="474" h="168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4" y="0"/>
                </a:lnTo>
                <a:cubicBezTo>
                  <a:pt x="471" y="4"/>
                  <a:pt x="474" y="9"/>
                  <a:pt x="474" y="14"/>
                </a:cubicBezTo>
                <a:cubicBezTo>
                  <a:pt x="474" y="20"/>
                  <a:pt x="471" y="24"/>
                  <a:pt x="465" y="28"/>
                </a:cubicBezTo>
                <a:lnTo>
                  <a:pt x="238" y="29"/>
                </a:lnTo>
                <a:lnTo>
                  <a:pt x="11" y="29"/>
                </a:lnTo>
                <a:cubicBezTo>
                  <a:pt x="3" y="26"/>
                  <a:pt x="0" y="22"/>
                  <a:pt x="0" y="14"/>
                </a:cubicBezTo>
                <a:moveTo>
                  <a:pt x="0" y="153"/>
                </a:moveTo>
                <a:cubicBezTo>
                  <a:pt x="0" y="146"/>
                  <a:pt x="3" y="142"/>
                  <a:pt x="11" y="139"/>
                </a:cubicBezTo>
                <a:lnTo>
                  <a:pt x="465" y="139"/>
                </a:lnTo>
                <a:cubicBezTo>
                  <a:pt x="471" y="144"/>
                  <a:pt x="474" y="149"/>
                  <a:pt x="474" y="153"/>
                </a:cubicBezTo>
                <a:cubicBezTo>
                  <a:pt x="474" y="160"/>
                  <a:pt x="471" y="164"/>
                  <a:pt x="464" y="168"/>
                </a:cubicBezTo>
                <a:lnTo>
                  <a:pt x="10" y="168"/>
                </a:lnTo>
                <a:cubicBezTo>
                  <a:pt x="3" y="164"/>
                  <a:pt x="0" y="160"/>
                  <a:pt x="0" y="15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185560" y="2476440"/>
            <a:ext cx="35280" cy="256320"/>
          </a:xfrm>
          <a:custGeom>
            <a:avLst/>
            <a:gdLst/>
            <a:ahLst/>
            <a:rect l="0" t="0" r="r" b="b"/>
            <a:pathLst>
              <a:path w="98" h="712">
                <a:moveTo>
                  <a:pt x="0" y="712"/>
                </a:moveTo>
                <a:lnTo>
                  <a:pt x="0" y="0"/>
                </a:lnTo>
                <a:lnTo>
                  <a:pt x="98" y="0"/>
                </a:lnTo>
                <a:lnTo>
                  <a:pt x="98" y="28"/>
                </a:lnTo>
                <a:lnTo>
                  <a:pt x="28" y="28"/>
                </a:lnTo>
                <a:lnTo>
                  <a:pt x="28" y="684"/>
                </a:lnTo>
                <a:lnTo>
                  <a:pt x="98" y="684"/>
                </a:lnTo>
                <a:lnTo>
                  <a:pt x="98" y="712"/>
                </a:lnTo>
                <a:lnTo>
                  <a:pt x="0" y="71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239560" y="2493360"/>
            <a:ext cx="255600" cy="181080"/>
          </a:xfrm>
          <a:custGeom>
            <a:avLst/>
            <a:gdLst/>
            <a:ahLst/>
            <a:rect l="0" t="0" r="r" b="b"/>
            <a:pathLst>
              <a:path w="710" h="503">
                <a:moveTo>
                  <a:pt x="274" y="0"/>
                </a:moveTo>
                <a:cubicBezTo>
                  <a:pt x="281" y="0"/>
                  <a:pt x="292" y="1"/>
                  <a:pt x="310" y="1"/>
                </a:cubicBezTo>
                <a:cubicBezTo>
                  <a:pt x="327" y="2"/>
                  <a:pt x="343" y="2"/>
                  <a:pt x="357" y="2"/>
                </a:cubicBezTo>
                <a:cubicBezTo>
                  <a:pt x="381" y="2"/>
                  <a:pt x="402" y="2"/>
                  <a:pt x="418" y="2"/>
                </a:cubicBezTo>
                <a:cubicBezTo>
                  <a:pt x="434" y="1"/>
                  <a:pt x="443" y="1"/>
                  <a:pt x="445" y="1"/>
                </a:cubicBezTo>
                <a:cubicBezTo>
                  <a:pt x="454" y="1"/>
                  <a:pt x="458" y="3"/>
                  <a:pt x="458" y="7"/>
                </a:cubicBezTo>
                <a:cubicBezTo>
                  <a:pt x="458" y="9"/>
                  <a:pt x="458" y="12"/>
                  <a:pt x="456" y="17"/>
                </a:cubicBezTo>
                <a:cubicBezTo>
                  <a:pt x="454" y="26"/>
                  <a:pt x="452" y="31"/>
                  <a:pt x="450" y="32"/>
                </a:cubicBezTo>
                <a:cubicBezTo>
                  <a:pt x="448" y="33"/>
                  <a:pt x="443" y="33"/>
                  <a:pt x="434" y="33"/>
                </a:cubicBezTo>
                <a:cubicBezTo>
                  <a:pt x="422" y="34"/>
                  <a:pt x="413" y="35"/>
                  <a:pt x="406" y="37"/>
                </a:cubicBezTo>
                <a:cubicBezTo>
                  <a:pt x="398" y="39"/>
                  <a:pt x="394" y="40"/>
                  <a:pt x="391" y="42"/>
                </a:cubicBezTo>
                <a:cubicBezTo>
                  <a:pt x="388" y="44"/>
                  <a:pt x="387" y="46"/>
                  <a:pt x="389" y="49"/>
                </a:cubicBezTo>
                <a:cubicBezTo>
                  <a:pt x="389" y="54"/>
                  <a:pt x="392" y="111"/>
                  <a:pt x="400" y="218"/>
                </a:cubicBezTo>
                <a:cubicBezTo>
                  <a:pt x="407" y="325"/>
                  <a:pt x="411" y="383"/>
                  <a:pt x="411" y="389"/>
                </a:cubicBezTo>
                <a:lnTo>
                  <a:pt x="413" y="387"/>
                </a:lnTo>
                <a:cubicBezTo>
                  <a:pt x="414" y="386"/>
                  <a:pt x="415" y="383"/>
                  <a:pt x="417" y="380"/>
                </a:cubicBezTo>
                <a:cubicBezTo>
                  <a:pt x="419" y="377"/>
                  <a:pt x="422" y="372"/>
                  <a:pt x="426" y="366"/>
                </a:cubicBezTo>
                <a:cubicBezTo>
                  <a:pt x="429" y="361"/>
                  <a:pt x="433" y="354"/>
                  <a:pt x="438" y="345"/>
                </a:cubicBezTo>
                <a:cubicBezTo>
                  <a:pt x="442" y="335"/>
                  <a:pt x="448" y="326"/>
                  <a:pt x="455" y="315"/>
                </a:cubicBezTo>
                <a:cubicBezTo>
                  <a:pt x="462" y="304"/>
                  <a:pt x="469" y="291"/>
                  <a:pt x="476" y="276"/>
                </a:cubicBezTo>
                <a:cubicBezTo>
                  <a:pt x="483" y="262"/>
                  <a:pt x="492" y="246"/>
                  <a:pt x="504" y="229"/>
                </a:cubicBezTo>
                <a:cubicBezTo>
                  <a:pt x="554" y="141"/>
                  <a:pt x="582" y="92"/>
                  <a:pt x="589" y="79"/>
                </a:cubicBezTo>
                <a:cubicBezTo>
                  <a:pt x="595" y="67"/>
                  <a:pt x="599" y="59"/>
                  <a:pt x="599" y="57"/>
                </a:cubicBezTo>
                <a:cubicBezTo>
                  <a:pt x="599" y="49"/>
                  <a:pt x="595" y="44"/>
                  <a:pt x="586" y="39"/>
                </a:cubicBezTo>
                <a:cubicBezTo>
                  <a:pt x="577" y="35"/>
                  <a:pt x="567" y="33"/>
                  <a:pt x="556" y="33"/>
                </a:cubicBezTo>
                <a:cubicBezTo>
                  <a:pt x="549" y="33"/>
                  <a:pt x="546" y="31"/>
                  <a:pt x="546" y="26"/>
                </a:cubicBezTo>
                <a:cubicBezTo>
                  <a:pt x="546" y="25"/>
                  <a:pt x="547" y="21"/>
                  <a:pt x="547" y="17"/>
                </a:cubicBezTo>
                <a:cubicBezTo>
                  <a:pt x="549" y="9"/>
                  <a:pt x="551" y="5"/>
                  <a:pt x="552" y="3"/>
                </a:cubicBezTo>
                <a:cubicBezTo>
                  <a:pt x="553" y="2"/>
                  <a:pt x="556" y="1"/>
                  <a:pt x="562" y="1"/>
                </a:cubicBezTo>
                <a:cubicBezTo>
                  <a:pt x="563" y="1"/>
                  <a:pt x="567" y="1"/>
                  <a:pt x="574" y="1"/>
                </a:cubicBezTo>
                <a:cubicBezTo>
                  <a:pt x="580" y="1"/>
                  <a:pt x="590" y="1"/>
                  <a:pt x="602" y="1"/>
                </a:cubicBezTo>
                <a:cubicBezTo>
                  <a:pt x="613" y="1"/>
                  <a:pt x="626" y="1"/>
                  <a:pt x="640" y="2"/>
                </a:cubicBezTo>
                <a:cubicBezTo>
                  <a:pt x="671" y="2"/>
                  <a:pt x="691" y="1"/>
                  <a:pt x="700" y="0"/>
                </a:cubicBezTo>
                <a:cubicBezTo>
                  <a:pt x="707" y="0"/>
                  <a:pt x="710" y="3"/>
                  <a:pt x="710" y="8"/>
                </a:cubicBezTo>
                <a:cubicBezTo>
                  <a:pt x="710" y="11"/>
                  <a:pt x="710" y="15"/>
                  <a:pt x="708" y="20"/>
                </a:cubicBezTo>
                <a:cubicBezTo>
                  <a:pt x="707" y="25"/>
                  <a:pt x="705" y="29"/>
                  <a:pt x="703" y="31"/>
                </a:cubicBezTo>
                <a:cubicBezTo>
                  <a:pt x="701" y="33"/>
                  <a:pt x="699" y="34"/>
                  <a:pt x="696" y="33"/>
                </a:cubicBezTo>
                <a:cubicBezTo>
                  <a:pt x="686" y="33"/>
                  <a:pt x="676" y="34"/>
                  <a:pt x="668" y="37"/>
                </a:cubicBezTo>
                <a:cubicBezTo>
                  <a:pt x="659" y="40"/>
                  <a:pt x="652" y="43"/>
                  <a:pt x="646" y="47"/>
                </a:cubicBezTo>
                <a:cubicBezTo>
                  <a:pt x="641" y="51"/>
                  <a:pt x="636" y="55"/>
                  <a:pt x="633" y="59"/>
                </a:cubicBezTo>
                <a:cubicBezTo>
                  <a:pt x="630" y="64"/>
                  <a:pt x="627" y="67"/>
                  <a:pt x="624" y="71"/>
                </a:cubicBezTo>
                <a:lnTo>
                  <a:pt x="621" y="75"/>
                </a:lnTo>
                <a:lnTo>
                  <a:pt x="500" y="286"/>
                </a:lnTo>
                <a:cubicBezTo>
                  <a:pt x="421" y="427"/>
                  <a:pt x="380" y="497"/>
                  <a:pt x="380" y="498"/>
                </a:cubicBezTo>
                <a:cubicBezTo>
                  <a:pt x="377" y="501"/>
                  <a:pt x="371" y="503"/>
                  <a:pt x="363" y="503"/>
                </a:cubicBezTo>
                <a:cubicBezTo>
                  <a:pt x="356" y="503"/>
                  <a:pt x="351" y="502"/>
                  <a:pt x="349" y="499"/>
                </a:cubicBezTo>
                <a:cubicBezTo>
                  <a:pt x="348" y="498"/>
                  <a:pt x="343" y="440"/>
                  <a:pt x="336" y="323"/>
                </a:cubicBezTo>
                <a:cubicBezTo>
                  <a:pt x="328" y="208"/>
                  <a:pt x="324" y="149"/>
                  <a:pt x="324" y="145"/>
                </a:cubicBezTo>
                <a:lnTo>
                  <a:pt x="315" y="158"/>
                </a:lnTo>
                <a:cubicBezTo>
                  <a:pt x="305" y="175"/>
                  <a:pt x="274" y="228"/>
                  <a:pt x="224" y="316"/>
                </a:cubicBezTo>
                <a:cubicBezTo>
                  <a:pt x="156" y="437"/>
                  <a:pt x="121" y="497"/>
                  <a:pt x="120" y="498"/>
                </a:cubicBezTo>
                <a:cubicBezTo>
                  <a:pt x="119" y="499"/>
                  <a:pt x="118" y="500"/>
                  <a:pt x="117" y="501"/>
                </a:cubicBezTo>
                <a:cubicBezTo>
                  <a:pt x="114" y="502"/>
                  <a:pt x="110" y="503"/>
                  <a:pt x="104" y="503"/>
                </a:cubicBezTo>
                <a:cubicBezTo>
                  <a:pt x="95" y="503"/>
                  <a:pt x="90" y="501"/>
                  <a:pt x="89" y="498"/>
                </a:cubicBezTo>
                <a:cubicBezTo>
                  <a:pt x="89" y="497"/>
                  <a:pt x="84" y="421"/>
                  <a:pt x="73" y="270"/>
                </a:cubicBezTo>
                <a:cubicBezTo>
                  <a:pt x="63" y="120"/>
                  <a:pt x="57" y="45"/>
                  <a:pt x="57" y="44"/>
                </a:cubicBezTo>
                <a:cubicBezTo>
                  <a:pt x="56" y="39"/>
                  <a:pt x="54" y="37"/>
                  <a:pt x="50" y="36"/>
                </a:cubicBezTo>
                <a:cubicBezTo>
                  <a:pt x="46" y="35"/>
                  <a:pt x="37" y="34"/>
                  <a:pt x="22" y="33"/>
                </a:cubicBezTo>
                <a:lnTo>
                  <a:pt x="5" y="33"/>
                </a:lnTo>
                <a:cubicBezTo>
                  <a:pt x="2" y="30"/>
                  <a:pt x="0" y="27"/>
                  <a:pt x="0" y="25"/>
                </a:cubicBezTo>
                <a:cubicBezTo>
                  <a:pt x="1" y="14"/>
                  <a:pt x="4" y="6"/>
                  <a:pt x="9" y="0"/>
                </a:cubicBezTo>
                <a:lnTo>
                  <a:pt x="18" y="0"/>
                </a:lnTo>
                <a:cubicBezTo>
                  <a:pt x="38" y="2"/>
                  <a:pt x="61" y="2"/>
                  <a:pt x="89" y="2"/>
                </a:cubicBezTo>
                <a:cubicBezTo>
                  <a:pt x="148" y="2"/>
                  <a:pt x="181" y="2"/>
                  <a:pt x="186" y="0"/>
                </a:cubicBezTo>
                <a:lnTo>
                  <a:pt x="194" y="0"/>
                </a:lnTo>
                <a:cubicBezTo>
                  <a:pt x="196" y="3"/>
                  <a:pt x="198" y="5"/>
                  <a:pt x="198" y="7"/>
                </a:cubicBezTo>
                <a:cubicBezTo>
                  <a:pt x="198" y="8"/>
                  <a:pt x="197" y="12"/>
                  <a:pt x="196" y="20"/>
                </a:cubicBezTo>
                <a:cubicBezTo>
                  <a:pt x="194" y="27"/>
                  <a:pt x="192" y="31"/>
                  <a:pt x="190" y="33"/>
                </a:cubicBezTo>
                <a:lnTo>
                  <a:pt x="175" y="33"/>
                </a:lnTo>
                <a:cubicBezTo>
                  <a:pt x="146" y="34"/>
                  <a:pt x="131" y="39"/>
                  <a:pt x="129" y="45"/>
                </a:cubicBezTo>
                <a:cubicBezTo>
                  <a:pt x="143" y="263"/>
                  <a:pt x="151" y="379"/>
                  <a:pt x="153" y="391"/>
                </a:cubicBezTo>
                <a:lnTo>
                  <a:pt x="320" y="95"/>
                </a:lnTo>
                <a:lnTo>
                  <a:pt x="319" y="69"/>
                </a:lnTo>
                <a:cubicBezTo>
                  <a:pt x="317" y="49"/>
                  <a:pt x="315" y="38"/>
                  <a:pt x="312" y="37"/>
                </a:cubicBezTo>
                <a:cubicBezTo>
                  <a:pt x="309" y="35"/>
                  <a:pt x="299" y="34"/>
                  <a:pt x="282" y="33"/>
                </a:cubicBezTo>
                <a:cubicBezTo>
                  <a:pt x="273" y="33"/>
                  <a:pt x="267" y="33"/>
                  <a:pt x="264" y="32"/>
                </a:cubicBezTo>
                <a:cubicBezTo>
                  <a:pt x="261" y="31"/>
                  <a:pt x="260" y="29"/>
                  <a:pt x="260" y="25"/>
                </a:cubicBezTo>
                <a:cubicBezTo>
                  <a:pt x="260" y="24"/>
                  <a:pt x="260" y="21"/>
                  <a:pt x="261" y="17"/>
                </a:cubicBezTo>
                <a:cubicBezTo>
                  <a:pt x="262" y="15"/>
                  <a:pt x="262" y="13"/>
                  <a:pt x="263" y="10"/>
                </a:cubicBezTo>
                <a:cubicBezTo>
                  <a:pt x="263" y="8"/>
                  <a:pt x="263" y="6"/>
                  <a:pt x="263" y="5"/>
                </a:cubicBezTo>
                <a:cubicBezTo>
                  <a:pt x="263" y="4"/>
                  <a:pt x="264" y="3"/>
                  <a:pt x="265" y="2"/>
                </a:cubicBezTo>
                <a:cubicBezTo>
                  <a:pt x="267" y="2"/>
                  <a:pt x="268" y="1"/>
                  <a:pt x="268" y="1"/>
                </a:cubicBezTo>
                <a:cubicBezTo>
                  <a:pt x="269" y="1"/>
                  <a:pt x="271" y="1"/>
                  <a:pt x="274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481840" y="2625840"/>
            <a:ext cx="70560" cy="83520"/>
          </a:xfrm>
          <a:custGeom>
            <a:avLst/>
            <a:gdLst/>
            <a:ahLst/>
            <a:rect l="0" t="0" r="r" b="b"/>
            <a:pathLst>
              <a:path w="196" h="232">
                <a:moveTo>
                  <a:pt x="0" y="115"/>
                </a:moveTo>
                <a:cubicBezTo>
                  <a:pt x="0" y="97"/>
                  <a:pt x="3" y="80"/>
                  <a:pt x="10" y="65"/>
                </a:cubicBezTo>
                <a:cubicBezTo>
                  <a:pt x="17" y="50"/>
                  <a:pt x="25" y="38"/>
                  <a:pt x="35" y="28"/>
                </a:cubicBezTo>
                <a:cubicBezTo>
                  <a:pt x="45" y="19"/>
                  <a:pt x="56" y="12"/>
                  <a:pt x="68" y="7"/>
                </a:cubicBezTo>
                <a:cubicBezTo>
                  <a:pt x="80" y="2"/>
                  <a:pt x="91" y="0"/>
                  <a:pt x="101" y="0"/>
                </a:cubicBezTo>
                <a:cubicBezTo>
                  <a:pt x="119" y="0"/>
                  <a:pt x="134" y="3"/>
                  <a:pt x="147" y="9"/>
                </a:cubicBezTo>
                <a:cubicBezTo>
                  <a:pt x="160" y="15"/>
                  <a:pt x="169" y="23"/>
                  <a:pt x="176" y="34"/>
                </a:cubicBezTo>
                <a:cubicBezTo>
                  <a:pt x="183" y="45"/>
                  <a:pt x="187" y="55"/>
                  <a:pt x="191" y="66"/>
                </a:cubicBezTo>
                <a:cubicBezTo>
                  <a:pt x="194" y="77"/>
                  <a:pt x="195" y="89"/>
                  <a:pt x="196" y="102"/>
                </a:cubicBezTo>
                <a:cubicBezTo>
                  <a:pt x="196" y="104"/>
                  <a:pt x="194" y="106"/>
                  <a:pt x="192" y="109"/>
                </a:cubicBezTo>
                <a:lnTo>
                  <a:pt x="49" y="109"/>
                </a:lnTo>
                <a:lnTo>
                  <a:pt x="49" y="116"/>
                </a:lnTo>
                <a:cubicBezTo>
                  <a:pt x="49" y="166"/>
                  <a:pt x="66" y="197"/>
                  <a:pt x="100" y="208"/>
                </a:cubicBezTo>
                <a:cubicBezTo>
                  <a:pt x="106" y="210"/>
                  <a:pt x="114" y="211"/>
                  <a:pt x="122" y="211"/>
                </a:cubicBezTo>
                <a:cubicBezTo>
                  <a:pt x="136" y="211"/>
                  <a:pt x="148" y="206"/>
                  <a:pt x="158" y="195"/>
                </a:cubicBezTo>
                <a:cubicBezTo>
                  <a:pt x="164" y="189"/>
                  <a:pt x="168" y="182"/>
                  <a:pt x="171" y="173"/>
                </a:cubicBezTo>
                <a:lnTo>
                  <a:pt x="177" y="161"/>
                </a:lnTo>
                <a:cubicBezTo>
                  <a:pt x="178" y="160"/>
                  <a:pt x="180" y="159"/>
                  <a:pt x="185" y="159"/>
                </a:cubicBezTo>
                <a:lnTo>
                  <a:pt x="186" y="159"/>
                </a:lnTo>
                <a:cubicBezTo>
                  <a:pt x="193" y="159"/>
                  <a:pt x="196" y="161"/>
                  <a:pt x="196" y="164"/>
                </a:cubicBezTo>
                <a:cubicBezTo>
                  <a:pt x="196" y="165"/>
                  <a:pt x="195" y="168"/>
                  <a:pt x="194" y="171"/>
                </a:cubicBezTo>
                <a:cubicBezTo>
                  <a:pt x="188" y="190"/>
                  <a:pt x="176" y="205"/>
                  <a:pt x="161" y="215"/>
                </a:cubicBezTo>
                <a:cubicBezTo>
                  <a:pt x="147" y="226"/>
                  <a:pt x="130" y="232"/>
                  <a:pt x="112" y="232"/>
                </a:cubicBezTo>
                <a:cubicBezTo>
                  <a:pt x="80" y="232"/>
                  <a:pt x="53" y="220"/>
                  <a:pt x="32" y="197"/>
                </a:cubicBezTo>
                <a:cubicBezTo>
                  <a:pt x="11" y="173"/>
                  <a:pt x="0" y="146"/>
                  <a:pt x="0" y="115"/>
                </a:cubicBezTo>
                <a:moveTo>
                  <a:pt x="153" y="87"/>
                </a:moveTo>
                <a:cubicBezTo>
                  <a:pt x="150" y="44"/>
                  <a:pt x="134" y="21"/>
                  <a:pt x="106" y="18"/>
                </a:cubicBezTo>
                <a:lnTo>
                  <a:pt x="105" y="18"/>
                </a:lnTo>
                <a:cubicBezTo>
                  <a:pt x="102" y="18"/>
                  <a:pt x="99" y="18"/>
                  <a:pt x="97" y="19"/>
                </a:cubicBezTo>
                <a:cubicBezTo>
                  <a:pt x="94" y="19"/>
                  <a:pt x="90" y="20"/>
                  <a:pt x="84" y="23"/>
                </a:cubicBezTo>
                <a:cubicBezTo>
                  <a:pt x="78" y="25"/>
                  <a:pt x="73" y="29"/>
                  <a:pt x="69" y="33"/>
                </a:cubicBezTo>
                <a:cubicBezTo>
                  <a:pt x="65" y="38"/>
                  <a:pt x="62" y="45"/>
                  <a:pt x="58" y="54"/>
                </a:cubicBezTo>
                <a:cubicBezTo>
                  <a:pt x="54" y="63"/>
                  <a:pt x="51" y="74"/>
                  <a:pt x="50" y="87"/>
                </a:cubicBezTo>
                <a:lnTo>
                  <a:pt x="50" y="91"/>
                </a:lnTo>
                <a:lnTo>
                  <a:pt x="153" y="91"/>
                </a:lnTo>
                <a:lnTo>
                  <a:pt x="153" y="8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561760" y="2626560"/>
            <a:ext cx="93960" cy="80640"/>
          </a:xfrm>
          <a:custGeom>
            <a:avLst/>
            <a:gdLst/>
            <a:ahLst/>
            <a:rect l="0" t="0" r="r" b="b"/>
            <a:pathLst>
              <a:path w="261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7" y="199"/>
                  <a:pt x="40" y="194"/>
                </a:cubicBezTo>
                <a:lnTo>
                  <a:pt x="40" y="190"/>
                </a:lnTo>
                <a:cubicBezTo>
                  <a:pt x="40" y="187"/>
                  <a:pt x="40" y="183"/>
                  <a:pt x="40" y="178"/>
                </a:cubicBezTo>
                <a:cubicBezTo>
                  <a:pt x="40" y="174"/>
                  <a:pt x="40" y="168"/>
                  <a:pt x="40" y="163"/>
                </a:cubicBezTo>
                <a:cubicBezTo>
                  <a:pt x="40" y="157"/>
                  <a:pt x="40" y="150"/>
                  <a:pt x="40" y="143"/>
                </a:cubicBezTo>
                <a:cubicBezTo>
                  <a:pt x="40" y="135"/>
                  <a:pt x="40" y="128"/>
                  <a:pt x="40" y="121"/>
                </a:cubicBezTo>
                <a:cubicBezTo>
                  <a:pt x="40" y="110"/>
                  <a:pt x="40" y="99"/>
                  <a:pt x="40" y="88"/>
                </a:cubicBezTo>
                <a:cubicBezTo>
                  <a:pt x="40" y="76"/>
                  <a:pt x="40" y="66"/>
                  <a:pt x="40" y="58"/>
                </a:cubicBezTo>
                <a:lnTo>
                  <a:pt x="40" y="46"/>
                </a:lnTo>
                <a:cubicBezTo>
                  <a:pt x="39" y="40"/>
                  <a:pt x="36" y="36"/>
                  <a:pt x="31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6"/>
                </a:lnTo>
                <a:cubicBezTo>
                  <a:pt x="9" y="5"/>
                  <a:pt x="14" y="5"/>
                  <a:pt x="20" y="5"/>
                </a:cubicBezTo>
                <a:cubicBezTo>
                  <a:pt x="26" y="4"/>
                  <a:pt x="32" y="4"/>
                  <a:pt x="40" y="4"/>
                </a:cubicBezTo>
                <a:cubicBezTo>
                  <a:pt x="45" y="3"/>
                  <a:pt x="51" y="3"/>
                  <a:pt x="58" y="3"/>
                </a:cubicBezTo>
                <a:cubicBezTo>
                  <a:pt x="64" y="2"/>
                  <a:pt x="69" y="2"/>
                  <a:pt x="72" y="1"/>
                </a:cubicBezTo>
                <a:cubicBezTo>
                  <a:pt x="76" y="0"/>
                  <a:pt x="77" y="0"/>
                  <a:pt x="78" y="1"/>
                </a:cubicBezTo>
                <a:lnTo>
                  <a:pt x="79" y="1"/>
                </a:lnTo>
                <a:lnTo>
                  <a:pt x="79" y="21"/>
                </a:lnTo>
                <a:cubicBezTo>
                  <a:pt x="79" y="34"/>
                  <a:pt x="79" y="40"/>
                  <a:pt x="80" y="40"/>
                </a:cubicBezTo>
                <a:cubicBezTo>
                  <a:pt x="80" y="40"/>
                  <a:pt x="81" y="39"/>
                  <a:pt x="82" y="37"/>
                </a:cubicBezTo>
                <a:cubicBezTo>
                  <a:pt x="84" y="36"/>
                  <a:pt x="86" y="33"/>
                  <a:pt x="88" y="30"/>
                </a:cubicBezTo>
                <a:cubicBezTo>
                  <a:pt x="91" y="26"/>
                  <a:pt x="94" y="23"/>
                  <a:pt x="98" y="21"/>
                </a:cubicBezTo>
                <a:cubicBezTo>
                  <a:pt x="102" y="18"/>
                  <a:pt x="106" y="15"/>
                  <a:pt x="112" y="11"/>
                </a:cubicBezTo>
                <a:cubicBezTo>
                  <a:pt x="119" y="8"/>
                  <a:pt x="125" y="5"/>
                  <a:pt x="132" y="3"/>
                </a:cubicBezTo>
                <a:cubicBezTo>
                  <a:pt x="138" y="2"/>
                  <a:pt x="147" y="1"/>
                  <a:pt x="157" y="1"/>
                </a:cubicBezTo>
                <a:cubicBezTo>
                  <a:pt x="195" y="2"/>
                  <a:pt x="217" y="21"/>
                  <a:pt x="221" y="58"/>
                </a:cubicBezTo>
                <a:cubicBezTo>
                  <a:pt x="221" y="60"/>
                  <a:pt x="222" y="83"/>
                  <a:pt x="222" y="127"/>
                </a:cubicBezTo>
                <a:lnTo>
                  <a:pt x="222" y="172"/>
                </a:lnTo>
                <a:cubicBezTo>
                  <a:pt x="222" y="184"/>
                  <a:pt x="222" y="192"/>
                  <a:pt x="223" y="194"/>
                </a:cubicBezTo>
                <a:cubicBezTo>
                  <a:pt x="223" y="197"/>
                  <a:pt x="225" y="198"/>
                  <a:pt x="228" y="199"/>
                </a:cubicBezTo>
                <a:cubicBezTo>
                  <a:pt x="235" y="200"/>
                  <a:pt x="243" y="201"/>
                  <a:pt x="253" y="201"/>
                </a:cubicBezTo>
                <a:lnTo>
                  <a:pt x="261" y="201"/>
                </a:lnTo>
                <a:lnTo>
                  <a:pt x="261" y="224"/>
                </a:lnTo>
                <a:lnTo>
                  <a:pt x="257" y="224"/>
                </a:lnTo>
                <a:lnTo>
                  <a:pt x="245" y="223"/>
                </a:lnTo>
                <a:cubicBezTo>
                  <a:pt x="237" y="223"/>
                  <a:pt x="229" y="223"/>
                  <a:pt x="220" y="223"/>
                </a:cubicBezTo>
                <a:cubicBezTo>
                  <a:pt x="211" y="223"/>
                  <a:pt x="204" y="223"/>
                  <a:pt x="200" y="222"/>
                </a:cubicBezTo>
                <a:cubicBezTo>
                  <a:pt x="166" y="222"/>
                  <a:pt x="147" y="223"/>
                  <a:pt x="144" y="224"/>
                </a:cubicBezTo>
                <a:lnTo>
                  <a:pt x="140" y="224"/>
                </a:lnTo>
                <a:lnTo>
                  <a:pt x="140" y="201"/>
                </a:lnTo>
                <a:lnTo>
                  <a:pt x="148" y="201"/>
                </a:lnTo>
                <a:cubicBezTo>
                  <a:pt x="169" y="201"/>
                  <a:pt x="179" y="198"/>
                  <a:pt x="179" y="193"/>
                </a:cubicBezTo>
                <a:cubicBezTo>
                  <a:pt x="179" y="192"/>
                  <a:pt x="179" y="169"/>
                  <a:pt x="179" y="122"/>
                </a:cubicBezTo>
                <a:cubicBezTo>
                  <a:pt x="179" y="77"/>
                  <a:pt x="179" y="53"/>
                  <a:pt x="178" y="50"/>
                </a:cubicBezTo>
                <a:cubicBezTo>
                  <a:pt x="176" y="41"/>
                  <a:pt x="173" y="34"/>
                  <a:pt x="168" y="29"/>
                </a:cubicBezTo>
                <a:cubicBezTo>
                  <a:pt x="164" y="25"/>
                  <a:pt x="160" y="22"/>
                  <a:pt x="156" y="21"/>
                </a:cubicBezTo>
                <a:cubicBezTo>
                  <a:pt x="153" y="20"/>
                  <a:pt x="149" y="19"/>
                  <a:pt x="143" y="20"/>
                </a:cubicBezTo>
                <a:cubicBezTo>
                  <a:pt x="128" y="20"/>
                  <a:pt x="115" y="25"/>
                  <a:pt x="103" y="37"/>
                </a:cubicBezTo>
                <a:cubicBezTo>
                  <a:pt x="94" y="46"/>
                  <a:pt x="89" y="55"/>
                  <a:pt x="86" y="65"/>
                </a:cubicBezTo>
                <a:cubicBezTo>
                  <a:pt x="84" y="74"/>
                  <a:pt x="83" y="88"/>
                  <a:pt x="82" y="106"/>
                </a:cubicBezTo>
                <a:lnTo>
                  <a:pt x="82" y="138"/>
                </a:lnTo>
                <a:lnTo>
                  <a:pt x="82" y="170"/>
                </a:lnTo>
                <a:cubicBezTo>
                  <a:pt x="82" y="180"/>
                  <a:pt x="82" y="186"/>
                  <a:pt x="83" y="190"/>
                </a:cubicBezTo>
                <a:cubicBezTo>
                  <a:pt x="83" y="193"/>
                  <a:pt x="84" y="195"/>
                  <a:pt x="84" y="196"/>
                </a:cubicBezTo>
                <a:cubicBezTo>
                  <a:pt x="85" y="197"/>
                  <a:pt x="86" y="198"/>
                  <a:pt x="89" y="199"/>
                </a:cubicBezTo>
                <a:cubicBezTo>
                  <a:pt x="96" y="200"/>
                  <a:pt x="104" y="201"/>
                  <a:pt x="113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3"/>
                </a:lnTo>
                <a:cubicBezTo>
                  <a:pt x="98" y="223"/>
                  <a:pt x="89" y="223"/>
                  <a:pt x="80" y="223"/>
                </a:cubicBezTo>
                <a:cubicBezTo>
                  <a:pt x="71" y="223"/>
                  <a:pt x="65" y="223"/>
                  <a:pt x="61" y="222"/>
                </a:cubicBezTo>
                <a:cubicBezTo>
                  <a:pt x="26" y="222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664000" y="2625840"/>
            <a:ext cx="69480" cy="83520"/>
          </a:xfrm>
          <a:custGeom>
            <a:avLst/>
            <a:gdLst/>
            <a:ahLst/>
            <a:rect l="0" t="0" r="r" b="b"/>
            <a:pathLst>
              <a:path w="193" h="232">
                <a:moveTo>
                  <a:pt x="170" y="72"/>
                </a:moveTo>
                <a:cubicBezTo>
                  <a:pt x="170" y="72"/>
                  <a:pt x="166" y="72"/>
                  <a:pt x="159" y="72"/>
                </a:cubicBezTo>
                <a:cubicBezTo>
                  <a:pt x="152" y="72"/>
                  <a:pt x="146" y="69"/>
                  <a:pt x="140" y="64"/>
                </a:cubicBezTo>
                <a:cubicBezTo>
                  <a:pt x="135" y="59"/>
                  <a:pt x="133" y="53"/>
                  <a:pt x="132" y="45"/>
                </a:cubicBezTo>
                <a:cubicBezTo>
                  <a:pt x="132" y="37"/>
                  <a:pt x="135" y="31"/>
                  <a:pt x="140" y="26"/>
                </a:cubicBezTo>
                <a:cubicBezTo>
                  <a:pt x="142" y="24"/>
                  <a:pt x="142" y="23"/>
                  <a:pt x="142" y="23"/>
                </a:cubicBezTo>
                <a:cubicBezTo>
                  <a:pt x="142" y="22"/>
                  <a:pt x="141" y="22"/>
                  <a:pt x="137" y="22"/>
                </a:cubicBezTo>
                <a:cubicBezTo>
                  <a:pt x="129" y="20"/>
                  <a:pt x="120" y="20"/>
                  <a:pt x="113" y="20"/>
                </a:cubicBezTo>
                <a:cubicBezTo>
                  <a:pt x="96" y="20"/>
                  <a:pt x="83" y="25"/>
                  <a:pt x="72" y="36"/>
                </a:cubicBezTo>
                <a:cubicBezTo>
                  <a:pt x="57" y="52"/>
                  <a:pt x="49" y="78"/>
                  <a:pt x="49" y="115"/>
                </a:cubicBezTo>
                <a:cubicBezTo>
                  <a:pt x="49" y="142"/>
                  <a:pt x="54" y="164"/>
                  <a:pt x="64" y="180"/>
                </a:cubicBezTo>
                <a:cubicBezTo>
                  <a:pt x="78" y="201"/>
                  <a:pt x="97" y="211"/>
                  <a:pt x="120" y="211"/>
                </a:cubicBezTo>
                <a:cubicBezTo>
                  <a:pt x="133" y="211"/>
                  <a:pt x="146" y="207"/>
                  <a:pt x="154" y="198"/>
                </a:cubicBezTo>
                <a:cubicBezTo>
                  <a:pt x="162" y="190"/>
                  <a:pt x="168" y="178"/>
                  <a:pt x="172" y="166"/>
                </a:cubicBezTo>
                <a:cubicBezTo>
                  <a:pt x="173" y="163"/>
                  <a:pt x="174" y="162"/>
                  <a:pt x="175" y="161"/>
                </a:cubicBezTo>
                <a:cubicBezTo>
                  <a:pt x="176" y="160"/>
                  <a:pt x="178" y="160"/>
                  <a:pt x="183" y="160"/>
                </a:cubicBezTo>
                <a:lnTo>
                  <a:pt x="190" y="160"/>
                </a:lnTo>
                <a:cubicBezTo>
                  <a:pt x="192" y="162"/>
                  <a:pt x="193" y="164"/>
                  <a:pt x="193" y="165"/>
                </a:cubicBezTo>
                <a:cubicBezTo>
                  <a:pt x="193" y="166"/>
                  <a:pt x="192" y="169"/>
                  <a:pt x="191" y="173"/>
                </a:cubicBezTo>
                <a:cubicBezTo>
                  <a:pt x="189" y="177"/>
                  <a:pt x="187" y="183"/>
                  <a:pt x="183" y="190"/>
                </a:cubicBezTo>
                <a:cubicBezTo>
                  <a:pt x="179" y="197"/>
                  <a:pt x="174" y="204"/>
                  <a:pt x="168" y="209"/>
                </a:cubicBezTo>
                <a:cubicBezTo>
                  <a:pt x="162" y="215"/>
                  <a:pt x="154" y="220"/>
                  <a:pt x="143" y="225"/>
                </a:cubicBezTo>
                <a:cubicBezTo>
                  <a:pt x="132" y="230"/>
                  <a:pt x="121" y="232"/>
                  <a:pt x="108" y="232"/>
                </a:cubicBezTo>
                <a:cubicBezTo>
                  <a:pt x="79" y="232"/>
                  <a:pt x="54" y="221"/>
                  <a:pt x="33" y="199"/>
                </a:cubicBezTo>
                <a:cubicBezTo>
                  <a:pt x="11" y="177"/>
                  <a:pt x="0" y="150"/>
                  <a:pt x="0" y="117"/>
                </a:cubicBezTo>
                <a:cubicBezTo>
                  <a:pt x="0" y="82"/>
                  <a:pt x="11" y="54"/>
                  <a:pt x="33" y="32"/>
                </a:cubicBezTo>
                <a:cubicBezTo>
                  <a:pt x="54" y="11"/>
                  <a:pt x="80" y="0"/>
                  <a:pt x="109" y="0"/>
                </a:cubicBezTo>
                <a:cubicBezTo>
                  <a:pt x="137" y="0"/>
                  <a:pt x="159" y="4"/>
                  <a:pt x="170" y="13"/>
                </a:cubicBezTo>
                <a:cubicBezTo>
                  <a:pt x="181" y="22"/>
                  <a:pt x="187" y="33"/>
                  <a:pt x="187" y="45"/>
                </a:cubicBezTo>
                <a:cubicBezTo>
                  <a:pt x="187" y="53"/>
                  <a:pt x="184" y="59"/>
                  <a:pt x="179" y="64"/>
                </a:cubicBezTo>
                <a:lnTo>
                  <a:pt x="170" y="7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775240" y="24764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0" y="355"/>
                </a:moveTo>
                <a:cubicBezTo>
                  <a:pt x="0" y="323"/>
                  <a:pt x="2" y="292"/>
                  <a:pt x="7" y="262"/>
                </a:cubicBezTo>
                <a:cubicBezTo>
                  <a:pt x="12" y="233"/>
                  <a:pt x="17" y="207"/>
                  <a:pt x="23" y="186"/>
                </a:cubicBezTo>
                <a:cubicBezTo>
                  <a:pt x="30" y="165"/>
                  <a:pt x="39" y="144"/>
                  <a:pt x="51" y="123"/>
                </a:cubicBezTo>
                <a:cubicBezTo>
                  <a:pt x="62" y="103"/>
                  <a:pt x="71" y="87"/>
                  <a:pt x="78" y="76"/>
                </a:cubicBezTo>
                <a:cubicBezTo>
                  <a:pt x="84" y="64"/>
                  <a:pt x="94" y="52"/>
                  <a:pt x="108" y="39"/>
                </a:cubicBezTo>
                <a:cubicBezTo>
                  <a:pt x="121" y="26"/>
                  <a:pt x="129" y="17"/>
                  <a:pt x="131" y="15"/>
                </a:cubicBezTo>
                <a:cubicBezTo>
                  <a:pt x="133" y="12"/>
                  <a:pt x="139" y="7"/>
                  <a:pt x="149" y="0"/>
                </a:cubicBezTo>
                <a:lnTo>
                  <a:pt x="158" y="0"/>
                </a:lnTo>
                <a:lnTo>
                  <a:pt x="161" y="0"/>
                </a:lnTo>
                <a:cubicBezTo>
                  <a:pt x="168" y="0"/>
                  <a:pt x="171" y="2"/>
                  <a:pt x="171" y="6"/>
                </a:cubicBezTo>
                <a:cubicBezTo>
                  <a:pt x="171" y="7"/>
                  <a:pt x="167" y="12"/>
                  <a:pt x="159" y="21"/>
                </a:cubicBezTo>
                <a:cubicBezTo>
                  <a:pt x="151" y="30"/>
                  <a:pt x="141" y="42"/>
                  <a:pt x="130" y="59"/>
                </a:cubicBezTo>
                <a:cubicBezTo>
                  <a:pt x="118" y="75"/>
                  <a:pt x="107" y="96"/>
                  <a:pt x="95" y="120"/>
                </a:cubicBezTo>
                <a:cubicBezTo>
                  <a:pt x="83" y="144"/>
                  <a:pt x="73" y="177"/>
                  <a:pt x="65" y="218"/>
                </a:cubicBezTo>
                <a:cubicBezTo>
                  <a:pt x="57" y="259"/>
                  <a:pt x="53" y="305"/>
                  <a:pt x="53" y="355"/>
                </a:cubicBezTo>
                <a:cubicBezTo>
                  <a:pt x="53" y="406"/>
                  <a:pt x="57" y="451"/>
                  <a:pt x="65" y="492"/>
                </a:cubicBezTo>
                <a:cubicBezTo>
                  <a:pt x="73" y="533"/>
                  <a:pt x="83" y="566"/>
                  <a:pt x="94" y="592"/>
                </a:cubicBezTo>
                <a:cubicBezTo>
                  <a:pt x="105" y="617"/>
                  <a:pt x="117" y="637"/>
                  <a:pt x="129" y="653"/>
                </a:cubicBezTo>
                <a:cubicBezTo>
                  <a:pt x="141" y="669"/>
                  <a:pt x="151" y="681"/>
                  <a:pt x="159" y="691"/>
                </a:cubicBezTo>
                <a:cubicBezTo>
                  <a:pt x="167" y="700"/>
                  <a:pt x="171" y="705"/>
                  <a:pt x="171" y="706"/>
                </a:cubicBezTo>
                <a:cubicBezTo>
                  <a:pt x="171" y="710"/>
                  <a:pt x="167" y="712"/>
                  <a:pt x="160" y="712"/>
                </a:cubicBezTo>
                <a:lnTo>
                  <a:pt x="158" y="712"/>
                </a:lnTo>
                <a:lnTo>
                  <a:pt x="149" y="712"/>
                </a:lnTo>
                <a:lnTo>
                  <a:pt x="129" y="695"/>
                </a:lnTo>
                <a:cubicBezTo>
                  <a:pt x="84" y="655"/>
                  <a:pt x="52" y="604"/>
                  <a:pt x="31" y="543"/>
                </a:cubicBezTo>
                <a:cubicBezTo>
                  <a:pt x="10" y="483"/>
                  <a:pt x="0" y="420"/>
                  <a:pt x="0" y="355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856240" y="2554560"/>
            <a:ext cx="145080" cy="114120"/>
          </a:xfrm>
          <a:custGeom>
            <a:avLst/>
            <a:gdLst/>
            <a:ahLst/>
            <a:rect l="0" t="0" r="r" b="b"/>
            <a:pathLst>
              <a:path w="403" h="317">
                <a:moveTo>
                  <a:pt x="146" y="317"/>
                </a:moveTo>
                <a:cubicBezTo>
                  <a:pt x="139" y="316"/>
                  <a:pt x="114" y="315"/>
                  <a:pt x="71" y="315"/>
                </a:cubicBezTo>
                <a:cubicBezTo>
                  <a:pt x="32" y="315"/>
                  <a:pt x="10" y="316"/>
                  <a:pt x="5" y="317"/>
                </a:cubicBezTo>
                <a:lnTo>
                  <a:pt x="0" y="317"/>
                </a:lnTo>
                <a:lnTo>
                  <a:pt x="0" y="272"/>
                </a:lnTo>
                <a:lnTo>
                  <a:pt x="68" y="272"/>
                </a:lnTo>
                <a:lnTo>
                  <a:pt x="159" y="165"/>
                </a:lnTo>
                <a:lnTo>
                  <a:pt x="62" y="44"/>
                </a:lnTo>
                <a:lnTo>
                  <a:pt x="3" y="44"/>
                </a:lnTo>
                <a:lnTo>
                  <a:pt x="3" y="0"/>
                </a:lnTo>
                <a:lnTo>
                  <a:pt x="9" y="0"/>
                </a:lnTo>
                <a:cubicBezTo>
                  <a:pt x="16" y="2"/>
                  <a:pt x="42" y="3"/>
                  <a:pt x="86" y="3"/>
                </a:cubicBezTo>
                <a:cubicBezTo>
                  <a:pt x="136" y="3"/>
                  <a:pt x="165" y="2"/>
                  <a:pt x="173" y="0"/>
                </a:cubicBezTo>
                <a:lnTo>
                  <a:pt x="180" y="0"/>
                </a:lnTo>
                <a:lnTo>
                  <a:pt x="180" y="44"/>
                </a:lnTo>
                <a:lnTo>
                  <a:pt x="160" y="44"/>
                </a:lnTo>
                <a:lnTo>
                  <a:pt x="185" y="75"/>
                </a:lnTo>
                <a:cubicBezTo>
                  <a:pt x="201" y="95"/>
                  <a:pt x="209" y="105"/>
                  <a:pt x="210" y="105"/>
                </a:cubicBezTo>
                <a:cubicBezTo>
                  <a:pt x="211" y="105"/>
                  <a:pt x="220" y="95"/>
                  <a:pt x="237" y="74"/>
                </a:cubicBezTo>
                <a:lnTo>
                  <a:pt x="261" y="44"/>
                </a:lnTo>
                <a:lnTo>
                  <a:pt x="235" y="44"/>
                </a:lnTo>
                <a:lnTo>
                  <a:pt x="235" y="0"/>
                </a:lnTo>
                <a:lnTo>
                  <a:pt x="241" y="0"/>
                </a:lnTo>
                <a:cubicBezTo>
                  <a:pt x="248" y="2"/>
                  <a:pt x="273" y="3"/>
                  <a:pt x="317" y="3"/>
                </a:cubicBezTo>
                <a:cubicBezTo>
                  <a:pt x="356" y="3"/>
                  <a:pt x="378" y="2"/>
                  <a:pt x="383" y="0"/>
                </a:cubicBezTo>
                <a:lnTo>
                  <a:pt x="388" y="0"/>
                </a:lnTo>
                <a:lnTo>
                  <a:pt x="388" y="44"/>
                </a:lnTo>
                <a:lnTo>
                  <a:pt x="321" y="44"/>
                </a:lnTo>
                <a:lnTo>
                  <a:pt x="237" y="141"/>
                </a:lnTo>
                <a:lnTo>
                  <a:pt x="344" y="271"/>
                </a:lnTo>
                <a:lnTo>
                  <a:pt x="373" y="272"/>
                </a:lnTo>
                <a:lnTo>
                  <a:pt x="403" y="272"/>
                </a:lnTo>
                <a:lnTo>
                  <a:pt x="403" y="317"/>
                </a:lnTo>
                <a:lnTo>
                  <a:pt x="397" y="317"/>
                </a:lnTo>
                <a:cubicBezTo>
                  <a:pt x="390" y="316"/>
                  <a:pt x="364" y="315"/>
                  <a:pt x="319" y="315"/>
                </a:cubicBezTo>
                <a:cubicBezTo>
                  <a:pt x="269" y="315"/>
                  <a:pt x="240" y="316"/>
                  <a:pt x="232" y="317"/>
                </a:cubicBezTo>
                <a:lnTo>
                  <a:pt x="225" y="317"/>
                </a:lnTo>
                <a:lnTo>
                  <a:pt x="225" y="272"/>
                </a:lnTo>
                <a:lnTo>
                  <a:pt x="245" y="272"/>
                </a:lnTo>
                <a:cubicBezTo>
                  <a:pt x="245" y="272"/>
                  <a:pt x="236" y="260"/>
                  <a:pt x="217" y="237"/>
                </a:cubicBezTo>
                <a:cubicBezTo>
                  <a:pt x="198" y="213"/>
                  <a:pt x="188" y="201"/>
                  <a:pt x="187" y="200"/>
                </a:cubicBezTo>
                <a:lnTo>
                  <a:pt x="126" y="271"/>
                </a:lnTo>
                <a:lnTo>
                  <a:pt x="139" y="272"/>
                </a:lnTo>
                <a:lnTo>
                  <a:pt x="152" y="272"/>
                </a:lnTo>
                <a:lnTo>
                  <a:pt x="152" y="317"/>
                </a:lnTo>
                <a:lnTo>
                  <a:pt x="146" y="31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084480" y="2599200"/>
            <a:ext cx="156600" cy="10800"/>
          </a:xfrm>
          <a:custGeom>
            <a:avLst/>
            <a:gdLst/>
            <a:ahLst/>
            <a:rect l="0" t="0" r="r" b="b"/>
            <a:pathLst>
              <a:path w="435" h="30">
                <a:moveTo>
                  <a:pt x="10" y="0"/>
                </a:moveTo>
                <a:lnTo>
                  <a:pt x="425" y="0"/>
                </a:lnTo>
                <a:cubicBezTo>
                  <a:pt x="432" y="4"/>
                  <a:pt x="435" y="9"/>
                  <a:pt x="435" y="14"/>
                </a:cubicBezTo>
                <a:cubicBezTo>
                  <a:pt x="435" y="21"/>
                  <a:pt x="432" y="26"/>
                  <a:pt x="425" y="30"/>
                </a:cubicBezTo>
                <a:lnTo>
                  <a:pt x="10" y="30"/>
                </a:lnTo>
                <a:cubicBezTo>
                  <a:pt x="4" y="26"/>
                  <a:pt x="0" y="22"/>
                  <a:pt x="0" y="14"/>
                </a:cubicBezTo>
                <a:cubicBezTo>
                  <a:pt x="0" y="8"/>
                  <a:pt x="4" y="3"/>
                  <a:pt x="10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3326760" y="2490840"/>
            <a:ext cx="146520" cy="179640"/>
          </a:xfrm>
          <a:custGeom>
            <a:avLst/>
            <a:gdLst/>
            <a:ahLst/>
            <a:rect l="0" t="0" r="r" b="b"/>
            <a:pathLst>
              <a:path w="407" h="499">
                <a:moveTo>
                  <a:pt x="2" y="5"/>
                </a:moveTo>
                <a:lnTo>
                  <a:pt x="67" y="2"/>
                </a:lnTo>
                <a:cubicBezTo>
                  <a:pt x="110" y="0"/>
                  <a:pt x="132" y="0"/>
                  <a:pt x="132" y="0"/>
                </a:cubicBezTo>
                <a:lnTo>
                  <a:pt x="137" y="0"/>
                </a:lnTo>
                <a:lnTo>
                  <a:pt x="137" y="202"/>
                </a:lnTo>
                <a:cubicBezTo>
                  <a:pt x="169" y="183"/>
                  <a:pt x="206" y="173"/>
                  <a:pt x="248" y="173"/>
                </a:cubicBezTo>
                <a:cubicBezTo>
                  <a:pt x="296" y="173"/>
                  <a:pt x="335" y="188"/>
                  <a:pt x="364" y="218"/>
                </a:cubicBezTo>
                <a:cubicBezTo>
                  <a:pt x="392" y="248"/>
                  <a:pt x="407" y="287"/>
                  <a:pt x="407" y="337"/>
                </a:cubicBezTo>
                <a:cubicBezTo>
                  <a:pt x="407" y="384"/>
                  <a:pt x="392" y="423"/>
                  <a:pt x="361" y="453"/>
                </a:cubicBezTo>
                <a:cubicBezTo>
                  <a:pt x="330" y="483"/>
                  <a:pt x="287" y="499"/>
                  <a:pt x="234" y="499"/>
                </a:cubicBezTo>
                <a:lnTo>
                  <a:pt x="232" y="499"/>
                </a:lnTo>
                <a:cubicBezTo>
                  <a:pt x="193" y="499"/>
                  <a:pt x="156" y="485"/>
                  <a:pt x="124" y="457"/>
                </a:cubicBezTo>
                <a:lnTo>
                  <a:pt x="93" y="494"/>
                </a:lnTo>
                <a:lnTo>
                  <a:pt x="71" y="494"/>
                </a:lnTo>
                <a:lnTo>
                  <a:pt x="49" y="494"/>
                </a:lnTo>
                <a:lnTo>
                  <a:pt x="49" y="279"/>
                </a:lnTo>
                <a:cubicBezTo>
                  <a:pt x="49" y="250"/>
                  <a:pt x="49" y="218"/>
                  <a:pt x="49" y="184"/>
                </a:cubicBezTo>
                <a:cubicBezTo>
                  <a:pt x="49" y="149"/>
                  <a:pt x="49" y="128"/>
                  <a:pt x="50" y="120"/>
                </a:cubicBezTo>
                <a:cubicBezTo>
                  <a:pt x="50" y="88"/>
                  <a:pt x="49" y="70"/>
                  <a:pt x="48" y="64"/>
                </a:cubicBezTo>
                <a:cubicBezTo>
                  <a:pt x="47" y="57"/>
                  <a:pt x="44" y="54"/>
                  <a:pt x="38" y="52"/>
                </a:cubicBezTo>
                <a:cubicBezTo>
                  <a:pt x="32" y="50"/>
                  <a:pt x="22" y="49"/>
                  <a:pt x="9" y="49"/>
                </a:cubicBezTo>
                <a:lnTo>
                  <a:pt x="0" y="49"/>
                </a:lnTo>
                <a:lnTo>
                  <a:pt x="0" y="5"/>
                </a:lnTo>
                <a:lnTo>
                  <a:pt x="2" y="5"/>
                </a:lnTo>
                <a:moveTo>
                  <a:pt x="141" y="420"/>
                </a:moveTo>
                <a:lnTo>
                  <a:pt x="144" y="424"/>
                </a:lnTo>
                <a:cubicBezTo>
                  <a:pt x="147" y="427"/>
                  <a:pt x="149" y="430"/>
                  <a:pt x="151" y="432"/>
                </a:cubicBezTo>
                <a:cubicBezTo>
                  <a:pt x="154" y="435"/>
                  <a:pt x="158" y="439"/>
                  <a:pt x="163" y="442"/>
                </a:cubicBezTo>
                <a:cubicBezTo>
                  <a:pt x="168" y="446"/>
                  <a:pt x="173" y="449"/>
                  <a:pt x="179" y="452"/>
                </a:cubicBezTo>
                <a:cubicBezTo>
                  <a:pt x="184" y="455"/>
                  <a:pt x="190" y="458"/>
                  <a:pt x="197" y="459"/>
                </a:cubicBezTo>
                <a:cubicBezTo>
                  <a:pt x="204" y="461"/>
                  <a:pt x="212" y="462"/>
                  <a:pt x="220" y="462"/>
                </a:cubicBezTo>
                <a:cubicBezTo>
                  <a:pt x="240" y="462"/>
                  <a:pt x="257" y="457"/>
                  <a:pt x="272" y="447"/>
                </a:cubicBezTo>
                <a:cubicBezTo>
                  <a:pt x="286" y="437"/>
                  <a:pt x="296" y="422"/>
                  <a:pt x="301" y="401"/>
                </a:cubicBezTo>
                <a:cubicBezTo>
                  <a:pt x="304" y="387"/>
                  <a:pt x="305" y="364"/>
                  <a:pt x="305" y="331"/>
                </a:cubicBezTo>
                <a:cubicBezTo>
                  <a:pt x="305" y="315"/>
                  <a:pt x="305" y="301"/>
                  <a:pt x="305" y="291"/>
                </a:cubicBezTo>
                <a:cubicBezTo>
                  <a:pt x="304" y="282"/>
                  <a:pt x="302" y="271"/>
                  <a:pt x="298" y="259"/>
                </a:cubicBezTo>
                <a:cubicBezTo>
                  <a:pt x="295" y="247"/>
                  <a:pt x="290" y="238"/>
                  <a:pt x="285" y="232"/>
                </a:cubicBezTo>
                <a:cubicBezTo>
                  <a:pt x="280" y="226"/>
                  <a:pt x="272" y="221"/>
                  <a:pt x="261" y="217"/>
                </a:cubicBezTo>
                <a:cubicBezTo>
                  <a:pt x="250" y="212"/>
                  <a:pt x="238" y="210"/>
                  <a:pt x="223" y="210"/>
                </a:cubicBezTo>
                <a:cubicBezTo>
                  <a:pt x="194" y="210"/>
                  <a:pt x="169" y="220"/>
                  <a:pt x="147" y="241"/>
                </a:cubicBezTo>
                <a:lnTo>
                  <a:pt x="141" y="246"/>
                </a:lnTo>
                <a:lnTo>
                  <a:pt x="141" y="42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497760" y="2581200"/>
            <a:ext cx="91080" cy="128160"/>
          </a:xfrm>
          <a:custGeom>
            <a:avLst/>
            <a:gdLst/>
            <a:ahLst/>
            <a:rect l="0" t="0" r="r" b="b"/>
            <a:pathLst>
              <a:path w="253" h="356">
                <a:moveTo>
                  <a:pt x="172" y="101"/>
                </a:moveTo>
                <a:cubicBezTo>
                  <a:pt x="172" y="96"/>
                  <a:pt x="172" y="89"/>
                  <a:pt x="172" y="80"/>
                </a:cubicBezTo>
                <a:cubicBezTo>
                  <a:pt x="172" y="72"/>
                  <a:pt x="172" y="66"/>
                  <a:pt x="172" y="63"/>
                </a:cubicBezTo>
                <a:cubicBezTo>
                  <a:pt x="172" y="48"/>
                  <a:pt x="170" y="39"/>
                  <a:pt x="167" y="35"/>
                </a:cubicBezTo>
                <a:cubicBezTo>
                  <a:pt x="164" y="31"/>
                  <a:pt x="155" y="29"/>
                  <a:pt x="141" y="29"/>
                </a:cubicBezTo>
                <a:lnTo>
                  <a:pt x="132" y="29"/>
                </a:lnTo>
                <a:lnTo>
                  <a:pt x="132" y="17"/>
                </a:lnTo>
                <a:cubicBezTo>
                  <a:pt x="132" y="9"/>
                  <a:pt x="133" y="5"/>
                  <a:pt x="133" y="5"/>
                </a:cubicBezTo>
                <a:lnTo>
                  <a:pt x="138" y="5"/>
                </a:lnTo>
                <a:cubicBezTo>
                  <a:pt x="142" y="5"/>
                  <a:pt x="147" y="4"/>
                  <a:pt x="153" y="4"/>
                </a:cubicBezTo>
                <a:cubicBezTo>
                  <a:pt x="159" y="4"/>
                  <a:pt x="166" y="3"/>
                  <a:pt x="172" y="3"/>
                </a:cubicBezTo>
                <a:cubicBezTo>
                  <a:pt x="177" y="3"/>
                  <a:pt x="183" y="2"/>
                  <a:pt x="190" y="2"/>
                </a:cubicBezTo>
                <a:cubicBezTo>
                  <a:pt x="197" y="2"/>
                  <a:pt x="202" y="1"/>
                  <a:pt x="205" y="0"/>
                </a:cubicBezTo>
                <a:cubicBezTo>
                  <a:pt x="209" y="0"/>
                  <a:pt x="210" y="0"/>
                  <a:pt x="211" y="0"/>
                </a:cubicBezTo>
                <a:lnTo>
                  <a:pt x="212" y="0"/>
                </a:lnTo>
                <a:lnTo>
                  <a:pt x="212" y="154"/>
                </a:lnTo>
                <a:cubicBezTo>
                  <a:pt x="212" y="256"/>
                  <a:pt x="212" y="308"/>
                  <a:pt x="213" y="309"/>
                </a:cubicBezTo>
                <a:cubicBezTo>
                  <a:pt x="214" y="316"/>
                  <a:pt x="216" y="320"/>
                  <a:pt x="220" y="322"/>
                </a:cubicBezTo>
                <a:cubicBezTo>
                  <a:pt x="224" y="324"/>
                  <a:pt x="231" y="326"/>
                  <a:pt x="243" y="327"/>
                </a:cubicBezTo>
                <a:lnTo>
                  <a:pt x="253" y="327"/>
                </a:lnTo>
                <a:lnTo>
                  <a:pt x="253" y="350"/>
                </a:lnTo>
                <a:cubicBezTo>
                  <a:pt x="252" y="350"/>
                  <a:pt x="239" y="351"/>
                  <a:pt x="213" y="353"/>
                </a:cubicBezTo>
                <a:cubicBezTo>
                  <a:pt x="188" y="354"/>
                  <a:pt x="175" y="355"/>
                  <a:pt x="174" y="356"/>
                </a:cubicBezTo>
                <a:lnTo>
                  <a:pt x="170" y="356"/>
                </a:lnTo>
                <a:lnTo>
                  <a:pt x="170" y="328"/>
                </a:lnTo>
                <a:lnTo>
                  <a:pt x="166" y="331"/>
                </a:lnTo>
                <a:cubicBezTo>
                  <a:pt x="147" y="347"/>
                  <a:pt x="125" y="356"/>
                  <a:pt x="101" y="356"/>
                </a:cubicBezTo>
                <a:cubicBezTo>
                  <a:pt x="75" y="356"/>
                  <a:pt x="51" y="345"/>
                  <a:pt x="31" y="325"/>
                </a:cubicBezTo>
                <a:cubicBezTo>
                  <a:pt x="10" y="304"/>
                  <a:pt x="0" y="277"/>
                  <a:pt x="0" y="242"/>
                </a:cubicBezTo>
                <a:cubicBezTo>
                  <a:pt x="0" y="208"/>
                  <a:pt x="10" y="181"/>
                  <a:pt x="31" y="160"/>
                </a:cubicBezTo>
                <a:cubicBezTo>
                  <a:pt x="52" y="139"/>
                  <a:pt x="77" y="128"/>
                  <a:pt x="105" y="128"/>
                </a:cubicBezTo>
                <a:cubicBezTo>
                  <a:pt x="130" y="128"/>
                  <a:pt x="152" y="136"/>
                  <a:pt x="172" y="152"/>
                </a:cubicBezTo>
                <a:lnTo>
                  <a:pt x="172" y="101"/>
                </a:lnTo>
                <a:moveTo>
                  <a:pt x="170" y="178"/>
                </a:moveTo>
                <a:cubicBezTo>
                  <a:pt x="155" y="157"/>
                  <a:pt x="136" y="146"/>
                  <a:pt x="113" y="146"/>
                </a:cubicBezTo>
                <a:cubicBezTo>
                  <a:pt x="97" y="146"/>
                  <a:pt x="82" y="152"/>
                  <a:pt x="69" y="164"/>
                </a:cubicBezTo>
                <a:cubicBezTo>
                  <a:pt x="60" y="174"/>
                  <a:pt x="55" y="185"/>
                  <a:pt x="52" y="197"/>
                </a:cubicBezTo>
                <a:cubicBezTo>
                  <a:pt x="50" y="209"/>
                  <a:pt x="49" y="224"/>
                  <a:pt x="48" y="244"/>
                </a:cubicBezTo>
                <a:cubicBezTo>
                  <a:pt x="48" y="263"/>
                  <a:pt x="49" y="278"/>
                  <a:pt x="52" y="290"/>
                </a:cubicBezTo>
                <a:cubicBezTo>
                  <a:pt x="54" y="301"/>
                  <a:pt x="60" y="312"/>
                  <a:pt x="69" y="320"/>
                </a:cubicBezTo>
                <a:cubicBezTo>
                  <a:pt x="80" y="331"/>
                  <a:pt x="93" y="337"/>
                  <a:pt x="109" y="337"/>
                </a:cubicBezTo>
                <a:cubicBezTo>
                  <a:pt x="132" y="337"/>
                  <a:pt x="153" y="324"/>
                  <a:pt x="170" y="298"/>
                </a:cubicBezTo>
                <a:lnTo>
                  <a:pt x="170" y="17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597120" y="2625840"/>
            <a:ext cx="70560" cy="83520"/>
          </a:xfrm>
          <a:custGeom>
            <a:avLst/>
            <a:gdLst/>
            <a:ahLst/>
            <a:rect l="0" t="0" r="r" b="b"/>
            <a:pathLst>
              <a:path w="196" h="232">
                <a:moveTo>
                  <a:pt x="0" y="115"/>
                </a:moveTo>
                <a:cubicBezTo>
                  <a:pt x="0" y="97"/>
                  <a:pt x="4" y="80"/>
                  <a:pt x="10" y="65"/>
                </a:cubicBezTo>
                <a:cubicBezTo>
                  <a:pt x="17" y="50"/>
                  <a:pt x="25" y="38"/>
                  <a:pt x="35" y="28"/>
                </a:cubicBezTo>
                <a:cubicBezTo>
                  <a:pt x="45" y="19"/>
                  <a:pt x="56" y="12"/>
                  <a:pt x="68" y="7"/>
                </a:cubicBezTo>
                <a:cubicBezTo>
                  <a:pt x="80" y="2"/>
                  <a:pt x="91" y="0"/>
                  <a:pt x="101" y="0"/>
                </a:cubicBezTo>
                <a:cubicBezTo>
                  <a:pt x="119" y="0"/>
                  <a:pt x="134" y="3"/>
                  <a:pt x="147" y="9"/>
                </a:cubicBezTo>
                <a:cubicBezTo>
                  <a:pt x="160" y="15"/>
                  <a:pt x="170" y="23"/>
                  <a:pt x="176" y="34"/>
                </a:cubicBezTo>
                <a:cubicBezTo>
                  <a:pt x="183" y="45"/>
                  <a:pt x="188" y="55"/>
                  <a:pt x="190" y="66"/>
                </a:cubicBezTo>
                <a:cubicBezTo>
                  <a:pt x="194" y="77"/>
                  <a:pt x="196" y="89"/>
                  <a:pt x="196" y="102"/>
                </a:cubicBezTo>
                <a:cubicBezTo>
                  <a:pt x="196" y="104"/>
                  <a:pt x="195" y="106"/>
                  <a:pt x="191" y="109"/>
                </a:cubicBezTo>
                <a:lnTo>
                  <a:pt x="49" y="109"/>
                </a:lnTo>
                <a:lnTo>
                  <a:pt x="49" y="116"/>
                </a:lnTo>
                <a:cubicBezTo>
                  <a:pt x="49" y="166"/>
                  <a:pt x="66" y="197"/>
                  <a:pt x="100" y="208"/>
                </a:cubicBezTo>
                <a:cubicBezTo>
                  <a:pt x="106" y="210"/>
                  <a:pt x="114" y="211"/>
                  <a:pt x="122" y="211"/>
                </a:cubicBezTo>
                <a:cubicBezTo>
                  <a:pt x="136" y="211"/>
                  <a:pt x="148" y="206"/>
                  <a:pt x="158" y="195"/>
                </a:cubicBezTo>
                <a:cubicBezTo>
                  <a:pt x="164" y="189"/>
                  <a:pt x="168" y="182"/>
                  <a:pt x="172" y="173"/>
                </a:cubicBezTo>
                <a:lnTo>
                  <a:pt x="177" y="161"/>
                </a:lnTo>
                <a:cubicBezTo>
                  <a:pt x="178" y="160"/>
                  <a:pt x="180" y="159"/>
                  <a:pt x="185" y="159"/>
                </a:cubicBezTo>
                <a:lnTo>
                  <a:pt x="186" y="159"/>
                </a:lnTo>
                <a:cubicBezTo>
                  <a:pt x="192" y="159"/>
                  <a:pt x="196" y="161"/>
                  <a:pt x="196" y="164"/>
                </a:cubicBezTo>
                <a:cubicBezTo>
                  <a:pt x="196" y="165"/>
                  <a:pt x="195" y="168"/>
                  <a:pt x="194" y="171"/>
                </a:cubicBezTo>
                <a:cubicBezTo>
                  <a:pt x="187" y="190"/>
                  <a:pt x="176" y="205"/>
                  <a:pt x="162" y="215"/>
                </a:cubicBezTo>
                <a:cubicBezTo>
                  <a:pt x="147" y="226"/>
                  <a:pt x="130" y="232"/>
                  <a:pt x="112" y="232"/>
                </a:cubicBezTo>
                <a:cubicBezTo>
                  <a:pt x="80" y="232"/>
                  <a:pt x="53" y="220"/>
                  <a:pt x="32" y="197"/>
                </a:cubicBezTo>
                <a:cubicBezTo>
                  <a:pt x="11" y="173"/>
                  <a:pt x="1" y="146"/>
                  <a:pt x="0" y="115"/>
                </a:cubicBezTo>
                <a:moveTo>
                  <a:pt x="154" y="87"/>
                </a:moveTo>
                <a:cubicBezTo>
                  <a:pt x="150" y="44"/>
                  <a:pt x="134" y="21"/>
                  <a:pt x="106" y="18"/>
                </a:cubicBezTo>
                <a:lnTo>
                  <a:pt x="105" y="18"/>
                </a:lnTo>
                <a:cubicBezTo>
                  <a:pt x="102" y="18"/>
                  <a:pt x="99" y="18"/>
                  <a:pt x="97" y="19"/>
                </a:cubicBezTo>
                <a:cubicBezTo>
                  <a:pt x="94" y="19"/>
                  <a:pt x="90" y="20"/>
                  <a:pt x="84" y="23"/>
                </a:cubicBezTo>
                <a:cubicBezTo>
                  <a:pt x="78" y="25"/>
                  <a:pt x="74" y="29"/>
                  <a:pt x="70" y="33"/>
                </a:cubicBezTo>
                <a:cubicBezTo>
                  <a:pt x="66" y="38"/>
                  <a:pt x="62" y="45"/>
                  <a:pt x="58" y="54"/>
                </a:cubicBezTo>
                <a:cubicBezTo>
                  <a:pt x="54" y="63"/>
                  <a:pt x="52" y="74"/>
                  <a:pt x="50" y="87"/>
                </a:cubicBezTo>
                <a:lnTo>
                  <a:pt x="50" y="91"/>
                </a:lnTo>
                <a:lnTo>
                  <a:pt x="154" y="91"/>
                </a:lnTo>
                <a:lnTo>
                  <a:pt x="154" y="8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3678840" y="2625840"/>
            <a:ext cx="69120" cy="83520"/>
          </a:xfrm>
          <a:custGeom>
            <a:avLst/>
            <a:gdLst/>
            <a:ahLst/>
            <a:rect l="0" t="0" r="r" b="b"/>
            <a:pathLst>
              <a:path w="192" h="232">
                <a:moveTo>
                  <a:pt x="169" y="72"/>
                </a:moveTo>
                <a:cubicBezTo>
                  <a:pt x="169" y="72"/>
                  <a:pt x="165" y="72"/>
                  <a:pt x="158" y="72"/>
                </a:cubicBezTo>
                <a:cubicBezTo>
                  <a:pt x="151" y="72"/>
                  <a:pt x="145" y="69"/>
                  <a:pt x="140" y="64"/>
                </a:cubicBezTo>
                <a:cubicBezTo>
                  <a:pt x="135" y="59"/>
                  <a:pt x="132" y="53"/>
                  <a:pt x="132" y="45"/>
                </a:cubicBezTo>
                <a:cubicBezTo>
                  <a:pt x="132" y="37"/>
                  <a:pt x="134" y="31"/>
                  <a:pt x="139" y="26"/>
                </a:cubicBezTo>
                <a:cubicBezTo>
                  <a:pt x="141" y="24"/>
                  <a:pt x="142" y="23"/>
                  <a:pt x="142" y="23"/>
                </a:cubicBezTo>
                <a:cubicBezTo>
                  <a:pt x="142" y="22"/>
                  <a:pt x="140" y="22"/>
                  <a:pt x="137" y="22"/>
                </a:cubicBezTo>
                <a:cubicBezTo>
                  <a:pt x="128" y="20"/>
                  <a:pt x="120" y="20"/>
                  <a:pt x="112" y="20"/>
                </a:cubicBezTo>
                <a:cubicBezTo>
                  <a:pt x="96" y="20"/>
                  <a:pt x="82" y="25"/>
                  <a:pt x="72" y="36"/>
                </a:cubicBezTo>
                <a:cubicBezTo>
                  <a:pt x="56" y="52"/>
                  <a:pt x="48" y="78"/>
                  <a:pt x="48" y="115"/>
                </a:cubicBezTo>
                <a:cubicBezTo>
                  <a:pt x="48" y="142"/>
                  <a:pt x="54" y="164"/>
                  <a:pt x="64" y="180"/>
                </a:cubicBezTo>
                <a:cubicBezTo>
                  <a:pt x="78" y="201"/>
                  <a:pt x="96" y="211"/>
                  <a:pt x="119" y="211"/>
                </a:cubicBezTo>
                <a:cubicBezTo>
                  <a:pt x="133" y="211"/>
                  <a:pt x="144" y="207"/>
                  <a:pt x="152" y="198"/>
                </a:cubicBezTo>
                <a:cubicBezTo>
                  <a:pt x="161" y="190"/>
                  <a:pt x="167" y="178"/>
                  <a:pt x="171" y="166"/>
                </a:cubicBezTo>
                <a:cubicBezTo>
                  <a:pt x="171" y="163"/>
                  <a:pt x="172" y="162"/>
                  <a:pt x="173" y="161"/>
                </a:cubicBezTo>
                <a:cubicBezTo>
                  <a:pt x="174" y="160"/>
                  <a:pt x="177" y="160"/>
                  <a:pt x="181" y="160"/>
                </a:cubicBezTo>
                <a:lnTo>
                  <a:pt x="188" y="160"/>
                </a:lnTo>
                <a:cubicBezTo>
                  <a:pt x="190" y="162"/>
                  <a:pt x="192" y="164"/>
                  <a:pt x="192" y="165"/>
                </a:cubicBezTo>
                <a:cubicBezTo>
                  <a:pt x="192" y="166"/>
                  <a:pt x="192" y="169"/>
                  <a:pt x="189" y="173"/>
                </a:cubicBezTo>
                <a:cubicBezTo>
                  <a:pt x="188" y="177"/>
                  <a:pt x="185" y="183"/>
                  <a:pt x="181" y="190"/>
                </a:cubicBezTo>
                <a:cubicBezTo>
                  <a:pt x="177" y="197"/>
                  <a:pt x="172" y="204"/>
                  <a:pt x="167" y="209"/>
                </a:cubicBezTo>
                <a:cubicBezTo>
                  <a:pt x="161" y="215"/>
                  <a:pt x="153" y="220"/>
                  <a:pt x="142" y="225"/>
                </a:cubicBezTo>
                <a:cubicBezTo>
                  <a:pt x="132" y="230"/>
                  <a:pt x="120" y="232"/>
                  <a:pt x="108" y="232"/>
                </a:cubicBezTo>
                <a:cubicBezTo>
                  <a:pt x="79" y="232"/>
                  <a:pt x="54" y="221"/>
                  <a:pt x="32" y="199"/>
                </a:cubicBezTo>
                <a:cubicBezTo>
                  <a:pt x="11" y="177"/>
                  <a:pt x="0" y="150"/>
                  <a:pt x="0" y="117"/>
                </a:cubicBezTo>
                <a:cubicBezTo>
                  <a:pt x="0" y="82"/>
                  <a:pt x="10" y="54"/>
                  <a:pt x="32" y="32"/>
                </a:cubicBezTo>
                <a:cubicBezTo>
                  <a:pt x="54" y="11"/>
                  <a:pt x="79" y="0"/>
                  <a:pt x="108" y="0"/>
                </a:cubicBezTo>
                <a:cubicBezTo>
                  <a:pt x="137" y="0"/>
                  <a:pt x="157" y="4"/>
                  <a:pt x="169" y="13"/>
                </a:cubicBezTo>
                <a:cubicBezTo>
                  <a:pt x="180" y="22"/>
                  <a:pt x="186" y="33"/>
                  <a:pt x="186" y="45"/>
                </a:cubicBezTo>
                <a:cubicBezTo>
                  <a:pt x="186" y="53"/>
                  <a:pt x="183" y="59"/>
                  <a:pt x="177" y="64"/>
                </a:cubicBezTo>
                <a:lnTo>
                  <a:pt x="169" y="7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3780000" y="2476440"/>
            <a:ext cx="61560" cy="256320"/>
          </a:xfrm>
          <a:custGeom>
            <a:avLst/>
            <a:gdLst/>
            <a:ahLst/>
            <a:rect l="0" t="0" r="r" b="b"/>
            <a:pathLst>
              <a:path w="171" h="712">
                <a:moveTo>
                  <a:pt x="3" y="0"/>
                </a:moveTo>
                <a:lnTo>
                  <a:pt x="6" y="0"/>
                </a:lnTo>
                <a:cubicBezTo>
                  <a:pt x="8" y="0"/>
                  <a:pt x="11" y="0"/>
                  <a:pt x="13" y="0"/>
                </a:cubicBezTo>
                <a:lnTo>
                  <a:pt x="22" y="0"/>
                </a:lnTo>
                <a:lnTo>
                  <a:pt x="42" y="17"/>
                </a:lnTo>
                <a:cubicBezTo>
                  <a:pt x="86" y="57"/>
                  <a:pt x="119" y="107"/>
                  <a:pt x="140" y="168"/>
                </a:cubicBezTo>
                <a:cubicBezTo>
                  <a:pt x="160" y="228"/>
                  <a:pt x="171" y="290"/>
                  <a:pt x="171" y="355"/>
                </a:cubicBezTo>
                <a:cubicBezTo>
                  <a:pt x="171" y="388"/>
                  <a:pt x="168" y="419"/>
                  <a:pt x="164" y="449"/>
                </a:cubicBezTo>
                <a:cubicBezTo>
                  <a:pt x="159" y="478"/>
                  <a:pt x="153" y="504"/>
                  <a:pt x="147" y="525"/>
                </a:cubicBezTo>
                <a:cubicBezTo>
                  <a:pt x="141" y="546"/>
                  <a:pt x="132" y="566"/>
                  <a:pt x="120" y="588"/>
                </a:cubicBezTo>
                <a:cubicBezTo>
                  <a:pt x="108" y="609"/>
                  <a:pt x="99" y="625"/>
                  <a:pt x="93" y="636"/>
                </a:cubicBezTo>
                <a:cubicBezTo>
                  <a:pt x="86" y="647"/>
                  <a:pt x="76" y="659"/>
                  <a:pt x="64" y="672"/>
                </a:cubicBezTo>
                <a:cubicBezTo>
                  <a:pt x="51" y="686"/>
                  <a:pt x="43" y="693"/>
                  <a:pt x="41" y="696"/>
                </a:cubicBezTo>
                <a:cubicBezTo>
                  <a:pt x="39" y="698"/>
                  <a:pt x="33" y="703"/>
                  <a:pt x="25" y="709"/>
                </a:cubicBezTo>
                <a:cubicBezTo>
                  <a:pt x="23" y="711"/>
                  <a:pt x="22" y="712"/>
                  <a:pt x="22" y="712"/>
                </a:cubicBezTo>
                <a:lnTo>
                  <a:pt x="13" y="712"/>
                </a:lnTo>
                <a:cubicBezTo>
                  <a:pt x="9" y="712"/>
                  <a:pt x="7" y="712"/>
                  <a:pt x="5" y="712"/>
                </a:cubicBezTo>
                <a:cubicBezTo>
                  <a:pt x="4" y="712"/>
                  <a:pt x="3" y="711"/>
                  <a:pt x="2" y="710"/>
                </a:cubicBezTo>
                <a:cubicBezTo>
                  <a:pt x="1" y="709"/>
                  <a:pt x="0" y="706"/>
                  <a:pt x="0" y="704"/>
                </a:cubicBezTo>
                <a:cubicBezTo>
                  <a:pt x="0" y="703"/>
                  <a:pt x="3" y="700"/>
                  <a:pt x="7" y="694"/>
                </a:cubicBezTo>
                <a:cubicBezTo>
                  <a:pt x="81" y="618"/>
                  <a:pt x="118" y="504"/>
                  <a:pt x="118" y="355"/>
                </a:cubicBezTo>
                <a:cubicBezTo>
                  <a:pt x="118" y="206"/>
                  <a:pt x="81" y="94"/>
                  <a:pt x="7" y="17"/>
                </a:cubicBezTo>
                <a:cubicBezTo>
                  <a:pt x="3" y="12"/>
                  <a:pt x="0" y="9"/>
                  <a:pt x="0" y="8"/>
                </a:cubicBezTo>
                <a:cubicBezTo>
                  <a:pt x="0" y="4"/>
                  <a:pt x="1" y="2"/>
                  <a:pt x="3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3936600" y="2518920"/>
            <a:ext cx="171000" cy="171000"/>
          </a:xfrm>
          <a:custGeom>
            <a:avLst/>
            <a:gdLst/>
            <a:ahLst/>
            <a:rect l="0" t="0" r="r" b="b"/>
            <a:pathLst>
              <a:path w="475" h="475">
                <a:moveTo>
                  <a:pt x="10" y="223"/>
                </a:moveTo>
                <a:lnTo>
                  <a:pt x="224" y="223"/>
                </a:lnTo>
                <a:lnTo>
                  <a:pt x="224" y="116"/>
                </a:lnTo>
                <a:lnTo>
                  <a:pt x="225" y="10"/>
                </a:lnTo>
                <a:cubicBezTo>
                  <a:pt x="229" y="4"/>
                  <a:pt x="234" y="0"/>
                  <a:pt x="238" y="0"/>
                </a:cubicBezTo>
                <a:cubicBezTo>
                  <a:pt x="244" y="0"/>
                  <a:pt x="249" y="4"/>
                  <a:pt x="252" y="11"/>
                </a:cubicBezTo>
                <a:lnTo>
                  <a:pt x="252" y="223"/>
                </a:lnTo>
                <a:lnTo>
                  <a:pt x="464" y="223"/>
                </a:lnTo>
                <a:cubicBezTo>
                  <a:pt x="471" y="227"/>
                  <a:pt x="475" y="232"/>
                  <a:pt x="475" y="237"/>
                </a:cubicBezTo>
                <a:cubicBezTo>
                  <a:pt x="475" y="243"/>
                  <a:pt x="471" y="248"/>
                  <a:pt x="464" y="252"/>
                </a:cubicBezTo>
                <a:lnTo>
                  <a:pt x="252" y="252"/>
                </a:lnTo>
                <a:lnTo>
                  <a:pt x="252" y="465"/>
                </a:lnTo>
                <a:cubicBezTo>
                  <a:pt x="249" y="471"/>
                  <a:pt x="244" y="475"/>
                  <a:pt x="240" y="475"/>
                </a:cubicBezTo>
                <a:lnTo>
                  <a:pt x="238" y="475"/>
                </a:lnTo>
                <a:lnTo>
                  <a:pt x="237" y="475"/>
                </a:lnTo>
                <a:cubicBezTo>
                  <a:pt x="231" y="475"/>
                  <a:pt x="227" y="471"/>
                  <a:pt x="224" y="465"/>
                </a:cubicBezTo>
                <a:lnTo>
                  <a:pt x="224" y="252"/>
                </a:lnTo>
                <a:lnTo>
                  <a:pt x="10" y="252"/>
                </a:lnTo>
                <a:cubicBezTo>
                  <a:pt x="4" y="248"/>
                  <a:pt x="0" y="244"/>
                  <a:pt x="0" y="237"/>
                </a:cubicBezTo>
                <a:cubicBezTo>
                  <a:pt x="0" y="231"/>
                  <a:pt x="4" y="226"/>
                  <a:pt x="10" y="22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186080" y="2490840"/>
            <a:ext cx="146520" cy="179640"/>
          </a:xfrm>
          <a:custGeom>
            <a:avLst/>
            <a:gdLst/>
            <a:ahLst/>
            <a:rect l="0" t="0" r="r" b="b"/>
            <a:pathLst>
              <a:path w="407" h="499">
                <a:moveTo>
                  <a:pt x="2" y="5"/>
                </a:moveTo>
                <a:lnTo>
                  <a:pt x="66" y="2"/>
                </a:lnTo>
                <a:cubicBezTo>
                  <a:pt x="110" y="0"/>
                  <a:pt x="131" y="0"/>
                  <a:pt x="132" y="0"/>
                </a:cubicBezTo>
                <a:lnTo>
                  <a:pt x="136" y="0"/>
                </a:lnTo>
                <a:lnTo>
                  <a:pt x="136" y="202"/>
                </a:lnTo>
                <a:cubicBezTo>
                  <a:pt x="168" y="183"/>
                  <a:pt x="206" y="173"/>
                  <a:pt x="248" y="173"/>
                </a:cubicBezTo>
                <a:cubicBezTo>
                  <a:pt x="296" y="173"/>
                  <a:pt x="334" y="188"/>
                  <a:pt x="363" y="218"/>
                </a:cubicBezTo>
                <a:cubicBezTo>
                  <a:pt x="392" y="248"/>
                  <a:pt x="406" y="287"/>
                  <a:pt x="407" y="337"/>
                </a:cubicBezTo>
                <a:cubicBezTo>
                  <a:pt x="407" y="384"/>
                  <a:pt x="391" y="423"/>
                  <a:pt x="361" y="453"/>
                </a:cubicBezTo>
                <a:cubicBezTo>
                  <a:pt x="329" y="483"/>
                  <a:pt x="287" y="499"/>
                  <a:pt x="234" y="499"/>
                </a:cubicBezTo>
                <a:lnTo>
                  <a:pt x="232" y="499"/>
                </a:lnTo>
                <a:cubicBezTo>
                  <a:pt x="192" y="499"/>
                  <a:pt x="156" y="485"/>
                  <a:pt x="123" y="457"/>
                </a:cubicBezTo>
                <a:lnTo>
                  <a:pt x="93" y="494"/>
                </a:lnTo>
                <a:lnTo>
                  <a:pt x="71" y="494"/>
                </a:lnTo>
                <a:lnTo>
                  <a:pt x="49" y="494"/>
                </a:lnTo>
                <a:lnTo>
                  <a:pt x="49" y="279"/>
                </a:lnTo>
                <a:cubicBezTo>
                  <a:pt x="49" y="250"/>
                  <a:pt x="49" y="218"/>
                  <a:pt x="49" y="184"/>
                </a:cubicBezTo>
                <a:cubicBezTo>
                  <a:pt x="49" y="149"/>
                  <a:pt x="49" y="128"/>
                  <a:pt x="49" y="120"/>
                </a:cubicBezTo>
                <a:cubicBezTo>
                  <a:pt x="49" y="88"/>
                  <a:pt x="49" y="70"/>
                  <a:pt x="48" y="64"/>
                </a:cubicBezTo>
                <a:cubicBezTo>
                  <a:pt x="47" y="57"/>
                  <a:pt x="44" y="54"/>
                  <a:pt x="38" y="52"/>
                </a:cubicBezTo>
                <a:cubicBezTo>
                  <a:pt x="31" y="50"/>
                  <a:pt x="22" y="49"/>
                  <a:pt x="9" y="49"/>
                </a:cubicBezTo>
                <a:lnTo>
                  <a:pt x="0" y="49"/>
                </a:lnTo>
                <a:lnTo>
                  <a:pt x="0" y="5"/>
                </a:lnTo>
                <a:lnTo>
                  <a:pt x="2" y="5"/>
                </a:lnTo>
                <a:moveTo>
                  <a:pt x="140" y="420"/>
                </a:moveTo>
                <a:lnTo>
                  <a:pt x="144" y="424"/>
                </a:lnTo>
                <a:cubicBezTo>
                  <a:pt x="146" y="427"/>
                  <a:pt x="149" y="430"/>
                  <a:pt x="151" y="432"/>
                </a:cubicBezTo>
                <a:cubicBezTo>
                  <a:pt x="154" y="435"/>
                  <a:pt x="157" y="439"/>
                  <a:pt x="163" y="442"/>
                </a:cubicBezTo>
                <a:cubicBezTo>
                  <a:pt x="168" y="446"/>
                  <a:pt x="173" y="449"/>
                  <a:pt x="178" y="452"/>
                </a:cubicBezTo>
                <a:cubicBezTo>
                  <a:pt x="183" y="455"/>
                  <a:pt x="190" y="458"/>
                  <a:pt x="197" y="459"/>
                </a:cubicBezTo>
                <a:cubicBezTo>
                  <a:pt x="204" y="461"/>
                  <a:pt x="212" y="462"/>
                  <a:pt x="220" y="462"/>
                </a:cubicBezTo>
                <a:cubicBezTo>
                  <a:pt x="240" y="462"/>
                  <a:pt x="257" y="457"/>
                  <a:pt x="271" y="447"/>
                </a:cubicBezTo>
                <a:cubicBezTo>
                  <a:pt x="286" y="437"/>
                  <a:pt x="296" y="422"/>
                  <a:pt x="300" y="401"/>
                </a:cubicBezTo>
                <a:cubicBezTo>
                  <a:pt x="303" y="387"/>
                  <a:pt x="304" y="364"/>
                  <a:pt x="304" y="331"/>
                </a:cubicBezTo>
                <a:cubicBezTo>
                  <a:pt x="304" y="315"/>
                  <a:pt x="304" y="301"/>
                  <a:pt x="303" y="291"/>
                </a:cubicBezTo>
                <a:cubicBezTo>
                  <a:pt x="303" y="282"/>
                  <a:pt x="301" y="271"/>
                  <a:pt x="298" y="259"/>
                </a:cubicBezTo>
                <a:cubicBezTo>
                  <a:pt x="294" y="247"/>
                  <a:pt x="290" y="238"/>
                  <a:pt x="285" y="232"/>
                </a:cubicBezTo>
                <a:cubicBezTo>
                  <a:pt x="280" y="226"/>
                  <a:pt x="272" y="221"/>
                  <a:pt x="261" y="217"/>
                </a:cubicBezTo>
                <a:cubicBezTo>
                  <a:pt x="250" y="212"/>
                  <a:pt x="237" y="210"/>
                  <a:pt x="223" y="210"/>
                </a:cubicBezTo>
                <a:cubicBezTo>
                  <a:pt x="194" y="210"/>
                  <a:pt x="168" y="220"/>
                  <a:pt x="146" y="241"/>
                </a:cubicBezTo>
                <a:lnTo>
                  <a:pt x="140" y="246"/>
                </a:lnTo>
                <a:lnTo>
                  <a:pt x="140" y="42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4355640" y="2625840"/>
            <a:ext cx="70560" cy="83520"/>
          </a:xfrm>
          <a:custGeom>
            <a:avLst/>
            <a:gdLst/>
            <a:ahLst/>
            <a:rect l="0" t="0" r="r" b="b"/>
            <a:pathLst>
              <a:path w="196" h="232">
                <a:moveTo>
                  <a:pt x="0" y="115"/>
                </a:moveTo>
                <a:cubicBezTo>
                  <a:pt x="0" y="97"/>
                  <a:pt x="4" y="80"/>
                  <a:pt x="10" y="65"/>
                </a:cubicBezTo>
                <a:cubicBezTo>
                  <a:pt x="17" y="50"/>
                  <a:pt x="25" y="38"/>
                  <a:pt x="36" y="28"/>
                </a:cubicBezTo>
                <a:cubicBezTo>
                  <a:pt x="46" y="19"/>
                  <a:pt x="57" y="12"/>
                  <a:pt x="69" y="7"/>
                </a:cubicBezTo>
                <a:cubicBezTo>
                  <a:pt x="81" y="2"/>
                  <a:pt x="92" y="0"/>
                  <a:pt x="102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5"/>
                  <a:pt x="171" y="23"/>
                  <a:pt x="177" y="34"/>
                </a:cubicBezTo>
                <a:cubicBezTo>
                  <a:pt x="184" y="45"/>
                  <a:pt x="189" y="55"/>
                  <a:pt x="191" y="66"/>
                </a:cubicBezTo>
                <a:cubicBezTo>
                  <a:pt x="194" y="77"/>
                  <a:pt x="195" y="89"/>
                  <a:pt x="196" y="102"/>
                </a:cubicBezTo>
                <a:cubicBezTo>
                  <a:pt x="196" y="104"/>
                  <a:pt x="195" y="106"/>
                  <a:pt x="192" y="109"/>
                </a:cubicBezTo>
                <a:lnTo>
                  <a:pt x="50" y="109"/>
                </a:lnTo>
                <a:lnTo>
                  <a:pt x="50" y="116"/>
                </a:lnTo>
                <a:cubicBezTo>
                  <a:pt x="50" y="166"/>
                  <a:pt x="67" y="197"/>
                  <a:pt x="101" y="208"/>
                </a:cubicBezTo>
                <a:cubicBezTo>
                  <a:pt x="107" y="210"/>
                  <a:pt x="115" y="211"/>
                  <a:pt x="123" y="211"/>
                </a:cubicBezTo>
                <a:cubicBezTo>
                  <a:pt x="137" y="211"/>
                  <a:pt x="149" y="206"/>
                  <a:pt x="159" y="195"/>
                </a:cubicBezTo>
                <a:cubicBezTo>
                  <a:pt x="165" y="189"/>
                  <a:pt x="169" y="182"/>
                  <a:pt x="173" y="173"/>
                </a:cubicBezTo>
                <a:lnTo>
                  <a:pt x="178" y="161"/>
                </a:lnTo>
                <a:cubicBezTo>
                  <a:pt x="179" y="160"/>
                  <a:pt x="181" y="159"/>
                  <a:pt x="186" y="159"/>
                </a:cubicBezTo>
                <a:lnTo>
                  <a:pt x="187" y="159"/>
                </a:lnTo>
                <a:cubicBezTo>
                  <a:pt x="193" y="159"/>
                  <a:pt x="196" y="161"/>
                  <a:pt x="196" y="164"/>
                </a:cubicBezTo>
                <a:cubicBezTo>
                  <a:pt x="196" y="165"/>
                  <a:pt x="195" y="168"/>
                  <a:pt x="194" y="171"/>
                </a:cubicBezTo>
                <a:cubicBezTo>
                  <a:pt x="188" y="190"/>
                  <a:pt x="177" y="205"/>
                  <a:pt x="163" y="215"/>
                </a:cubicBezTo>
                <a:cubicBezTo>
                  <a:pt x="148" y="226"/>
                  <a:pt x="131" y="232"/>
                  <a:pt x="113" y="232"/>
                </a:cubicBezTo>
                <a:cubicBezTo>
                  <a:pt x="81" y="232"/>
                  <a:pt x="54" y="220"/>
                  <a:pt x="33" y="197"/>
                </a:cubicBezTo>
                <a:cubicBezTo>
                  <a:pt x="11" y="173"/>
                  <a:pt x="1" y="146"/>
                  <a:pt x="0" y="115"/>
                </a:cubicBezTo>
                <a:moveTo>
                  <a:pt x="155" y="87"/>
                </a:moveTo>
                <a:cubicBezTo>
                  <a:pt x="151" y="44"/>
                  <a:pt x="135" y="21"/>
                  <a:pt x="107" y="18"/>
                </a:cubicBezTo>
                <a:lnTo>
                  <a:pt x="106" y="18"/>
                </a:lnTo>
                <a:cubicBezTo>
                  <a:pt x="103" y="18"/>
                  <a:pt x="100" y="18"/>
                  <a:pt x="98" y="19"/>
                </a:cubicBezTo>
                <a:cubicBezTo>
                  <a:pt x="95" y="19"/>
                  <a:pt x="91" y="20"/>
                  <a:pt x="85" y="23"/>
                </a:cubicBezTo>
                <a:cubicBezTo>
                  <a:pt x="79" y="25"/>
                  <a:pt x="75" y="29"/>
                  <a:pt x="71" y="33"/>
                </a:cubicBezTo>
                <a:cubicBezTo>
                  <a:pt x="67" y="38"/>
                  <a:pt x="63" y="45"/>
                  <a:pt x="59" y="54"/>
                </a:cubicBezTo>
                <a:cubicBezTo>
                  <a:pt x="55" y="63"/>
                  <a:pt x="53" y="74"/>
                  <a:pt x="51" y="87"/>
                </a:cubicBezTo>
                <a:lnTo>
                  <a:pt x="51" y="91"/>
                </a:lnTo>
                <a:lnTo>
                  <a:pt x="155" y="91"/>
                </a:lnTo>
                <a:lnTo>
                  <a:pt x="155" y="8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435560" y="2626560"/>
            <a:ext cx="93960" cy="80640"/>
          </a:xfrm>
          <a:custGeom>
            <a:avLst/>
            <a:gdLst/>
            <a:ahLst/>
            <a:rect l="0" t="0" r="r" b="b"/>
            <a:pathLst>
              <a:path w="261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7" y="199"/>
                  <a:pt x="40" y="194"/>
                </a:cubicBezTo>
                <a:lnTo>
                  <a:pt x="40" y="190"/>
                </a:lnTo>
                <a:cubicBezTo>
                  <a:pt x="40" y="187"/>
                  <a:pt x="40" y="183"/>
                  <a:pt x="40" y="178"/>
                </a:cubicBezTo>
                <a:cubicBezTo>
                  <a:pt x="40" y="174"/>
                  <a:pt x="40" y="168"/>
                  <a:pt x="40" y="163"/>
                </a:cubicBezTo>
                <a:cubicBezTo>
                  <a:pt x="40" y="157"/>
                  <a:pt x="40" y="150"/>
                  <a:pt x="40" y="143"/>
                </a:cubicBezTo>
                <a:cubicBezTo>
                  <a:pt x="41" y="135"/>
                  <a:pt x="41" y="128"/>
                  <a:pt x="40" y="121"/>
                </a:cubicBezTo>
                <a:cubicBezTo>
                  <a:pt x="40" y="110"/>
                  <a:pt x="40" y="99"/>
                  <a:pt x="40" y="88"/>
                </a:cubicBezTo>
                <a:cubicBezTo>
                  <a:pt x="40" y="76"/>
                  <a:pt x="40" y="66"/>
                  <a:pt x="40" y="58"/>
                </a:cubicBezTo>
                <a:lnTo>
                  <a:pt x="40" y="46"/>
                </a:lnTo>
                <a:cubicBezTo>
                  <a:pt x="39" y="40"/>
                  <a:pt x="36" y="36"/>
                  <a:pt x="33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6"/>
                </a:lnTo>
                <a:cubicBezTo>
                  <a:pt x="9" y="5"/>
                  <a:pt x="14" y="5"/>
                  <a:pt x="20" y="5"/>
                </a:cubicBezTo>
                <a:cubicBezTo>
                  <a:pt x="26" y="4"/>
                  <a:pt x="33" y="4"/>
                  <a:pt x="40" y="4"/>
                </a:cubicBezTo>
                <a:cubicBezTo>
                  <a:pt x="45" y="3"/>
                  <a:pt x="51" y="3"/>
                  <a:pt x="58" y="3"/>
                </a:cubicBezTo>
                <a:cubicBezTo>
                  <a:pt x="64" y="2"/>
                  <a:pt x="69" y="2"/>
                  <a:pt x="72" y="1"/>
                </a:cubicBezTo>
                <a:cubicBezTo>
                  <a:pt x="76" y="0"/>
                  <a:pt x="78" y="0"/>
                  <a:pt x="78" y="1"/>
                </a:cubicBezTo>
                <a:lnTo>
                  <a:pt x="79" y="1"/>
                </a:lnTo>
                <a:lnTo>
                  <a:pt x="79" y="21"/>
                </a:lnTo>
                <a:cubicBezTo>
                  <a:pt x="79" y="34"/>
                  <a:pt x="80" y="40"/>
                  <a:pt x="80" y="40"/>
                </a:cubicBezTo>
                <a:cubicBezTo>
                  <a:pt x="80" y="40"/>
                  <a:pt x="81" y="39"/>
                  <a:pt x="82" y="37"/>
                </a:cubicBezTo>
                <a:cubicBezTo>
                  <a:pt x="84" y="36"/>
                  <a:pt x="86" y="33"/>
                  <a:pt x="89" y="30"/>
                </a:cubicBezTo>
                <a:cubicBezTo>
                  <a:pt x="91" y="26"/>
                  <a:pt x="94" y="23"/>
                  <a:pt x="98" y="21"/>
                </a:cubicBezTo>
                <a:cubicBezTo>
                  <a:pt x="102" y="18"/>
                  <a:pt x="107" y="15"/>
                  <a:pt x="113" y="11"/>
                </a:cubicBezTo>
                <a:cubicBezTo>
                  <a:pt x="119" y="8"/>
                  <a:pt x="125" y="5"/>
                  <a:pt x="132" y="3"/>
                </a:cubicBezTo>
                <a:cubicBezTo>
                  <a:pt x="138" y="2"/>
                  <a:pt x="147" y="1"/>
                  <a:pt x="157" y="1"/>
                </a:cubicBezTo>
                <a:cubicBezTo>
                  <a:pt x="196" y="2"/>
                  <a:pt x="217" y="21"/>
                  <a:pt x="221" y="58"/>
                </a:cubicBezTo>
                <a:cubicBezTo>
                  <a:pt x="222" y="60"/>
                  <a:pt x="222" y="83"/>
                  <a:pt x="222" y="127"/>
                </a:cubicBezTo>
                <a:lnTo>
                  <a:pt x="222" y="172"/>
                </a:lnTo>
                <a:cubicBezTo>
                  <a:pt x="222" y="184"/>
                  <a:pt x="222" y="192"/>
                  <a:pt x="223" y="194"/>
                </a:cubicBezTo>
                <a:cubicBezTo>
                  <a:pt x="223" y="197"/>
                  <a:pt x="225" y="198"/>
                  <a:pt x="228" y="199"/>
                </a:cubicBezTo>
                <a:cubicBezTo>
                  <a:pt x="235" y="200"/>
                  <a:pt x="244" y="201"/>
                  <a:pt x="253" y="201"/>
                </a:cubicBezTo>
                <a:lnTo>
                  <a:pt x="261" y="201"/>
                </a:lnTo>
                <a:lnTo>
                  <a:pt x="261" y="224"/>
                </a:lnTo>
                <a:lnTo>
                  <a:pt x="257" y="224"/>
                </a:lnTo>
                <a:lnTo>
                  <a:pt x="245" y="223"/>
                </a:lnTo>
                <a:cubicBezTo>
                  <a:pt x="237" y="223"/>
                  <a:pt x="229" y="223"/>
                  <a:pt x="220" y="223"/>
                </a:cubicBezTo>
                <a:cubicBezTo>
                  <a:pt x="211" y="223"/>
                  <a:pt x="204" y="223"/>
                  <a:pt x="201" y="222"/>
                </a:cubicBezTo>
                <a:cubicBezTo>
                  <a:pt x="166" y="222"/>
                  <a:pt x="147" y="223"/>
                  <a:pt x="144" y="224"/>
                </a:cubicBezTo>
                <a:lnTo>
                  <a:pt x="140" y="224"/>
                </a:lnTo>
                <a:lnTo>
                  <a:pt x="140" y="201"/>
                </a:lnTo>
                <a:lnTo>
                  <a:pt x="148" y="201"/>
                </a:lnTo>
                <a:cubicBezTo>
                  <a:pt x="169" y="201"/>
                  <a:pt x="179" y="198"/>
                  <a:pt x="179" y="193"/>
                </a:cubicBezTo>
                <a:cubicBezTo>
                  <a:pt x="179" y="192"/>
                  <a:pt x="180" y="169"/>
                  <a:pt x="180" y="122"/>
                </a:cubicBezTo>
                <a:cubicBezTo>
                  <a:pt x="179" y="77"/>
                  <a:pt x="179" y="53"/>
                  <a:pt x="179" y="50"/>
                </a:cubicBezTo>
                <a:cubicBezTo>
                  <a:pt x="177" y="41"/>
                  <a:pt x="173" y="34"/>
                  <a:pt x="169" y="29"/>
                </a:cubicBezTo>
                <a:cubicBezTo>
                  <a:pt x="164" y="25"/>
                  <a:pt x="160" y="22"/>
                  <a:pt x="156" y="21"/>
                </a:cubicBezTo>
                <a:cubicBezTo>
                  <a:pt x="153" y="20"/>
                  <a:pt x="149" y="19"/>
                  <a:pt x="143" y="20"/>
                </a:cubicBezTo>
                <a:cubicBezTo>
                  <a:pt x="128" y="20"/>
                  <a:pt x="115" y="25"/>
                  <a:pt x="104" y="37"/>
                </a:cubicBezTo>
                <a:cubicBezTo>
                  <a:pt x="95" y="46"/>
                  <a:pt x="89" y="55"/>
                  <a:pt x="87" y="65"/>
                </a:cubicBezTo>
                <a:cubicBezTo>
                  <a:pt x="84" y="74"/>
                  <a:pt x="83" y="88"/>
                  <a:pt x="82" y="106"/>
                </a:cubicBezTo>
                <a:lnTo>
                  <a:pt x="82" y="138"/>
                </a:lnTo>
                <a:lnTo>
                  <a:pt x="82" y="170"/>
                </a:lnTo>
                <a:cubicBezTo>
                  <a:pt x="82" y="180"/>
                  <a:pt x="83" y="186"/>
                  <a:pt x="83" y="190"/>
                </a:cubicBezTo>
                <a:cubicBezTo>
                  <a:pt x="83" y="193"/>
                  <a:pt x="84" y="195"/>
                  <a:pt x="84" y="196"/>
                </a:cubicBezTo>
                <a:cubicBezTo>
                  <a:pt x="85" y="197"/>
                  <a:pt x="87" y="198"/>
                  <a:pt x="89" y="199"/>
                </a:cubicBezTo>
                <a:cubicBezTo>
                  <a:pt x="96" y="200"/>
                  <a:pt x="104" y="201"/>
                  <a:pt x="114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3"/>
                </a:lnTo>
                <a:cubicBezTo>
                  <a:pt x="98" y="223"/>
                  <a:pt x="90" y="223"/>
                  <a:pt x="80" y="223"/>
                </a:cubicBezTo>
                <a:cubicBezTo>
                  <a:pt x="71" y="223"/>
                  <a:pt x="65" y="223"/>
                  <a:pt x="61" y="222"/>
                </a:cubicBezTo>
                <a:cubicBezTo>
                  <a:pt x="26" y="222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537800" y="2625840"/>
            <a:ext cx="69480" cy="83520"/>
          </a:xfrm>
          <a:custGeom>
            <a:avLst/>
            <a:gdLst/>
            <a:ahLst/>
            <a:rect l="0" t="0" r="r" b="b"/>
            <a:pathLst>
              <a:path w="193" h="232">
                <a:moveTo>
                  <a:pt x="170" y="72"/>
                </a:moveTo>
                <a:cubicBezTo>
                  <a:pt x="170" y="72"/>
                  <a:pt x="167" y="72"/>
                  <a:pt x="160" y="72"/>
                </a:cubicBezTo>
                <a:cubicBezTo>
                  <a:pt x="153" y="72"/>
                  <a:pt x="147" y="69"/>
                  <a:pt x="142" y="64"/>
                </a:cubicBezTo>
                <a:cubicBezTo>
                  <a:pt x="137" y="59"/>
                  <a:pt x="134" y="53"/>
                  <a:pt x="133" y="45"/>
                </a:cubicBezTo>
                <a:cubicBezTo>
                  <a:pt x="133" y="37"/>
                  <a:pt x="136" y="31"/>
                  <a:pt x="141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2"/>
                  <a:pt x="142" y="22"/>
                  <a:pt x="139" y="22"/>
                </a:cubicBezTo>
                <a:cubicBezTo>
                  <a:pt x="130" y="20"/>
                  <a:pt x="122" y="20"/>
                  <a:pt x="114" y="20"/>
                </a:cubicBezTo>
                <a:cubicBezTo>
                  <a:pt x="96" y="20"/>
                  <a:pt x="83" y="25"/>
                  <a:pt x="73" y="36"/>
                </a:cubicBezTo>
                <a:cubicBezTo>
                  <a:pt x="57" y="52"/>
                  <a:pt x="49" y="78"/>
                  <a:pt x="49" y="115"/>
                </a:cubicBezTo>
                <a:cubicBezTo>
                  <a:pt x="49" y="142"/>
                  <a:pt x="54" y="164"/>
                  <a:pt x="65" y="180"/>
                </a:cubicBezTo>
                <a:cubicBezTo>
                  <a:pt x="78" y="201"/>
                  <a:pt x="98" y="211"/>
                  <a:pt x="121" y="211"/>
                </a:cubicBezTo>
                <a:cubicBezTo>
                  <a:pt x="135" y="211"/>
                  <a:pt x="146" y="207"/>
                  <a:pt x="154" y="198"/>
                </a:cubicBezTo>
                <a:cubicBezTo>
                  <a:pt x="163" y="190"/>
                  <a:pt x="169" y="178"/>
                  <a:pt x="172" y="166"/>
                </a:cubicBezTo>
                <a:cubicBezTo>
                  <a:pt x="173" y="163"/>
                  <a:pt x="174" y="162"/>
                  <a:pt x="175" y="161"/>
                </a:cubicBezTo>
                <a:cubicBezTo>
                  <a:pt x="176" y="160"/>
                  <a:pt x="178" y="160"/>
                  <a:pt x="183" y="160"/>
                </a:cubicBezTo>
                <a:lnTo>
                  <a:pt x="190" y="160"/>
                </a:lnTo>
                <a:cubicBezTo>
                  <a:pt x="192" y="162"/>
                  <a:pt x="193" y="164"/>
                  <a:pt x="193" y="165"/>
                </a:cubicBezTo>
                <a:cubicBezTo>
                  <a:pt x="193" y="166"/>
                  <a:pt x="192" y="169"/>
                  <a:pt x="191" y="173"/>
                </a:cubicBezTo>
                <a:cubicBezTo>
                  <a:pt x="189" y="177"/>
                  <a:pt x="187" y="183"/>
                  <a:pt x="183" y="190"/>
                </a:cubicBezTo>
                <a:cubicBezTo>
                  <a:pt x="179" y="197"/>
                  <a:pt x="174" y="204"/>
                  <a:pt x="168" y="209"/>
                </a:cubicBezTo>
                <a:cubicBezTo>
                  <a:pt x="163" y="215"/>
                  <a:pt x="154" y="220"/>
                  <a:pt x="144" y="225"/>
                </a:cubicBezTo>
                <a:cubicBezTo>
                  <a:pt x="134" y="230"/>
                  <a:pt x="122" y="232"/>
                  <a:pt x="109" y="232"/>
                </a:cubicBezTo>
                <a:cubicBezTo>
                  <a:pt x="80" y="232"/>
                  <a:pt x="54" y="221"/>
                  <a:pt x="33" y="199"/>
                </a:cubicBezTo>
                <a:cubicBezTo>
                  <a:pt x="11" y="177"/>
                  <a:pt x="1" y="150"/>
                  <a:pt x="0" y="117"/>
                </a:cubicBezTo>
                <a:cubicBezTo>
                  <a:pt x="0" y="82"/>
                  <a:pt x="11" y="54"/>
                  <a:pt x="33" y="32"/>
                </a:cubicBezTo>
                <a:cubicBezTo>
                  <a:pt x="55" y="11"/>
                  <a:pt x="80" y="0"/>
                  <a:pt x="110" y="0"/>
                </a:cubicBezTo>
                <a:cubicBezTo>
                  <a:pt x="139" y="0"/>
                  <a:pt x="159" y="4"/>
                  <a:pt x="170" y="13"/>
                </a:cubicBezTo>
                <a:cubicBezTo>
                  <a:pt x="182" y="22"/>
                  <a:pt x="187" y="33"/>
                  <a:pt x="187" y="45"/>
                </a:cubicBezTo>
                <a:cubicBezTo>
                  <a:pt x="187" y="53"/>
                  <a:pt x="184" y="59"/>
                  <a:pt x="179" y="64"/>
                </a:cubicBezTo>
                <a:lnTo>
                  <a:pt x="170" y="7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4630680" y="2476440"/>
            <a:ext cx="35280" cy="256320"/>
          </a:xfrm>
          <a:custGeom>
            <a:avLst/>
            <a:gdLst/>
            <a:ahLst/>
            <a:rect l="0" t="0" r="r" b="b"/>
            <a:pathLst>
              <a:path w="98" h="712">
                <a:moveTo>
                  <a:pt x="0" y="28"/>
                </a:moveTo>
                <a:lnTo>
                  <a:pt x="0" y="0"/>
                </a:lnTo>
                <a:lnTo>
                  <a:pt x="98" y="0"/>
                </a:lnTo>
                <a:lnTo>
                  <a:pt x="98" y="712"/>
                </a:lnTo>
                <a:lnTo>
                  <a:pt x="0" y="712"/>
                </a:lnTo>
                <a:lnTo>
                  <a:pt x="0" y="684"/>
                </a:lnTo>
                <a:lnTo>
                  <a:pt x="69" y="684"/>
                </a:lnTo>
                <a:lnTo>
                  <a:pt x="69" y="28"/>
                </a:lnTo>
                <a:lnTo>
                  <a:pt x="0" y="2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4708440" y="258732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2" y="30"/>
                </a:moveTo>
                <a:cubicBezTo>
                  <a:pt x="82" y="22"/>
                  <a:pt x="85" y="15"/>
                  <a:pt x="92" y="9"/>
                </a:cubicBezTo>
                <a:cubicBezTo>
                  <a:pt x="98" y="3"/>
                  <a:pt x="106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6" y="21"/>
                </a:cubicBezTo>
                <a:cubicBezTo>
                  <a:pt x="136" y="28"/>
                  <a:pt x="133" y="35"/>
                  <a:pt x="126" y="42"/>
                </a:cubicBezTo>
                <a:cubicBezTo>
                  <a:pt x="120" y="48"/>
                  <a:pt x="112" y="51"/>
                  <a:pt x="103" y="52"/>
                </a:cubicBezTo>
                <a:cubicBezTo>
                  <a:pt x="98" y="52"/>
                  <a:pt x="93" y="50"/>
                  <a:pt x="89" y="47"/>
                </a:cubicBezTo>
                <a:cubicBezTo>
                  <a:pt x="85" y="43"/>
                  <a:pt x="82" y="38"/>
                  <a:pt x="82" y="30"/>
                </a:cubicBezTo>
                <a:moveTo>
                  <a:pt x="0" y="189"/>
                </a:moveTo>
                <a:cubicBezTo>
                  <a:pt x="0" y="186"/>
                  <a:pt x="1" y="181"/>
                  <a:pt x="5" y="173"/>
                </a:cubicBezTo>
                <a:cubicBezTo>
                  <a:pt x="8" y="165"/>
                  <a:pt x="12" y="157"/>
                  <a:pt x="17" y="147"/>
                </a:cubicBezTo>
                <a:cubicBezTo>
                  <a:pt x="22" y="138"/>
                  <a:pt x="29" y="129"/>
                  <a:pt x="39" y="122"/>
                </a:cubicBezTo>
                <a:cubicBezTo>
                  <a:pt x="48" y="114"/>
                  <a:pt x="59" y="110"/>
                  <a:pt x="69" y="111"/>
                </a:cubicBezTo>
                <a:cubicBezTo>
                  <a:pt x="82" y="111"/>
                  <a:pt x="93" y="115"/>
                  <a:pt x="102" y="122"/>
                </a:cubicBezTo>
                <a:cubicBezTo>
                  <a:pt x="111" y="130"/>
                  <a:pt x="116" y="140"/>
                  <a:pt x="116" y="153"/>
                </a:cubicBezTo>
                <a:cubicBezTo>
                  <a:pt x="116" y="159"/>
                  <a:pt x="114" y="169"/>
                  <a:pt x="109" y="182"/>
                </a:cubicBezTo>
                <a:cubicBezTo>
                  <a:pt x="103" y="195"/>
                  <a:pt x="97" y="212"/>
                  <a:pt x="88" y="234"/>
                </a:cubicBezTo>
                <a:cubicBezTo>
                  <a:pt x="79" y="257"/>
                  <a:pt x="72" y="275"/>
                  <a:pt x="67" y="291"/>
                </a:cubicBezTo>
                <a:cubicBezTo>
                  <a:pt x="65" y="299"/>
                  <a:pt x="64" y="304"/>
                  <a:pt x="64" y="307"/>
                </a:cubicBezTo>
                <a:cubicBezTo>
                  <a:pt x="64" y="316"/>
                  <a:pt x="67" y="320"/>
                  <a:pt x="73" y="320"/>
                </a:cubicBezTo>
                <a:cubicBezTo>
                  <a:pt x="76" y="320"/>
                  <a:pt x="79" y="319"/>
                  <a:pt x="82" y="318"/>
                </a:cubicBezTo>
                <a:cubicBezTo>
                  <a:pt x="86" y="317"/>
                  <a:pt x="90" y="315"/>
                  <a:pt x="94" y="311"/>
                </a:cubicBezTo>
                <a:cubicBezTo>
                  <a:pt x="98" y="308"/>
                  <a:pt x="103" y="302"/>
                  <a:pt x="109" y="294"/>
                </a:cubicBezTo>
                <a:cubicBezTo>
                  <a:pt x="113" y="286"/>
                  <a:pt x="118" y="276"/>
                  <a:pt x="121" y="264"/>
                </a:cubicBezTo>
                <a:cubicBezTo>
                  <a:pt x="122" y="260"/>
                  <a:pt x="123" y="258"/>
                  <a:pt x="124" y="257"/>
                </a:cubicBezTo>
                <a:cubicBezTo>
                  <a:pt x="124" y="256"/>
                  <a:pt x="127" y="256"/>
                  <a:pt x="132" y="256"/>
                </a:cubicBezTo>
                <a:cubicBezTo>
                  <a:pt x="139" y="256"/>
                  <a:pt x="142" y="258"/>
                  <a:pt x="142" y="261"/>
                </a:cubicBezTo>
                <a:cubicBezTo>
                  <a:pt x="142" y="264"/>
                  <a:pt x="141" y="269"/>
                  <a:pt x="138" y="277"/>
                </a:cubicBezTo>
                <a:cubicBezTo>
                  <a:pt x="135" y="284"/>
                  <a:pt x="131" y="293"/>
                  <a:pt x="125" y="302"/>
                </a:cubicBezTo>
                <a:cubicBezTo>
                  <a:pt x="120" y="312"/>
                  <a:pt x="112" y="320"/>
                  <a:pt x="102" y="327"/>
                </a:cubicBezTo>
                <a:cubicBezTo>
                  <a:pt x="92" y="335"/>
                  <a:pt x="81" y="339"/>
                  <a:pt x="70" y="339"/>
                </a:cubicBezTo>
                <a:cubicBezTo>
                  <a:pt x="60" y="339"/>
                  <a:pt x="50" y="335"/>
                  <a:pt x="41" y="328"/>
                </a:cubicBezTo>
                <a:cubicBezTo>
                  <a:pt x="32" y="321"/>
                  <a:pt x="27" y="310"/>
                  <a:pt x="27" y="296"/>
                </a:cubicBezTo>
                <a:cubicBezTo>
                  <a:pt x="27" y="290"/>
                  <a:pt x="27" y="285"/>
                  <a:pt x="29" y="280"/>
                </a:cubicBezTo>
                <a:cubicBezTo>
                  <a:pt x="31" y="275"/>
                  <a:pt x="38" y="256"/>
                  <a:pt x="51" y="222"/>
                </a:cubicBezTo>
                <a:cubicBezTo>
                  <a:pt x="64" y="188"/>
                  <a:pt x="71" y="168"/>
                  <a:pt x="73" y="161"/>
                </a:cubicBezTo>
                <a:cubicBezTo>
                  <a:pt x="75" y="155"/>
                  <a:pt x="76" y="148"/>
                  <a:pt x="76" y="142"/>
                </a:cubicBezTo>
                <a:cubicBezTo>
                  <a:pt x="76" y="134"/>
                  <a:pt x="74" y="130"/>
                  <a:pt x="68" y="130"/>
                </a:cubicBezTo>
                <a:lnTo>
                  <a:pt x="67" y="130"/>
                </a:lnTo>
                <a:cubicBezTo>
                  <a:pt x="57" y="130"/>
                  <a:pt x="48" y="135"/>
                  <a:pt x="39" y="146"/>
                </a:cubicBezTo>
                <a:cubicBezTo>
                  <a:pt x="31" y="157"/>
                  <a:pt x="24" y="172"/>
                  <a:pt x="20" y="189"/>
                </a:cubicBezTo>
                <a:cubicBezTo>
                  <a:pt x="20" y="189"/>
                  <a:pt x="19" y="189"/>
                  <a:pt x="19" y="190"/>
                </a:cubicBezTo>
                <a:cubicBezTo>
                  <a:pt x="19" y="191"/>
                  <a:pt x="19" y="191"/>
                  <a:pt x="19" y="192"/>
                </a:cubicBezTo>
                <a:cubicBezTo>
                  <a:pt x="19" y="192"/>
                  <a:pt x="18" y="192"/>
                  <a:pt x="18" y="193"/>
                </a:cubicBezTo>
                <a:cubicBezTo>
                  <a:pt x="17" y="193"/>
                  <a:pt x="16" y="193"/>
                  <a:pt x="16" y="193"/>
                </a:cubicBezTo>
                <a:cubicBezTo>
                  <a:pt x="16" y="193"/>
                  <a:pt x="15" y="193"/>
                  <a:pt x="14" y="193"/>
                </a:cubicBezTo>
                <a:cubicBezTo>
                  <a:pt x="13" y="193"/>
                  <a:pt x="12" y="193"/>
                  <a:pt x="10" y="193"/>
                </a:cubicBezTo>
                <a:lnTo>
                  <a:pt x="3" y="193"/>
                </a:lnTo>
                <a:cubicBezTo>
                  <a:pt x="1" y="191"/>
                  <a:pt x="0" y="190"/>
                  <a:pt x="0" y="18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71320" y="2458440"/>
            <a:ext cx="658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where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5276160" y="2485800"/>
            <a:ext cx="109800" cy="183600"/>
          </a:xfrm>
          <a:custGeom>
            <a:avLst/>
            <a:gdLst/>
            <a:ahLst/>
            <a:rect l="0" t="0" r="r" b="b"/>
            <a:pathLst>
              <a:path w="305" h="510">
                <a:moveTo>
                  <a:pt x="0" y="359"/>
                </a:moveTo>
                <a:cubicBezTo>
                  <a:pt x="0" y="311"/>
                  <a:pt x="9" y="260"/>
                  <a:pt x="28" y="206"/>
                </a:cubicBezTo>
                <a:cubicBezTo>
                  <a:pt x="47" y="153"/>
                  <a:pt x="72" y="107"/>
                  <a:pt x="104" y="68"/>
                </a:cubicBezTo>
                <a:cubicBezTo>
                  <a:pt x="136" y="29"/>
                  <a:pt x="169" y="7"/>
                  <a:pt x="203" y="1"/>
                </a:cubicBezTo>
                <a:cubicBezTo>
                  <a:pt x="203" y="1"/>
                  <a:pt x="205" y="1"/>
                  <a:pt x="209" y="1"/>
                </a:cubicBezTo>
                <a:cubicBezTo>
                  <a:pt x="212" y="1"/>
                  <a:pt x="215" y="1"/>
                  <a:pt x="217" y="0"/>
                </a:cubicBezTo>
                <a:cubicBezTo>
                  <a:pt x="243" y="2"/>
                  <a:pt x="263" y="14"/>
                  <a:pt x="277" y="35"/>
                </a:cubicBezTo>
                <a:cubicBezTo>
                  <a:pt x="295" y="63"/>
                  <a:pt x="305" y="102"/>
                  <a:pt x="305" y="150"/>
                </a:cubicBezTo>
                <a:cubicBezTo>
                  <a:pt x="305" y="204"/>
                  <a:pt x="294" y="260"/>
                  <a:pt x="273" y="316"/>
                </a:cubicBezTo>
                <a:cubicBezTo>
                  <a:pt x="251" y="372"/>
                  <a:pt x="224" y="419"/>
                  <a:pt x="191" y="455"/>
                </a:cubicBezTo>
                <a:cubicBezTo>
                  <a:pt x="158" y="492"/>
                  <a:pt x="126" y="510"/>
                  <a:pt x="95" y="510"/>
                </a:cubicBezTo>
                <a:lnTo>
                  <a:pt x="91" y="510"/>
                </a:lnTo>
                <a:cubicBezTo>
                  <a:pt x="73" y="510"/>
                  <a:pt x="59" y="505"/>
                  <a:pt x="46" y="496"/>
                </a:cubicBezTo>
                <a:cubicBezTo>
                  <a:pt x="33" y="486"/>
                  <a:pt x="24" y="474"/>
                  <a:pt x="18" y="457"/>
                </a:cubicBezTo>
                <a:cubicBezTo>
                  <a:pt x="11" y="441"/>
                  <a:pt x="7" y="425"/>
                  <a:pt x="4" y="409"/>
                </a:cubicBezTo>
                <a:cubicBezTo>
                  <a:pt x="1" y="393"/>
                  <a:pt x="0" y="377"/>
                  <a:pt x="0" y="359"/>
                </a:cubicBezTo>
                <a:moveTo>
                  <a:pt x="248" y="99"/>
                </a:moveTo>
                <a:cubicBezTo>
                  <a:pt x="248" y="51"/>
                  <a:pt x="236" y="26"/>
                  <a:pt x="211" y="26"/>
                </a:cubicBezTo>
                <a:cubicBezTo>
                  <a:pt x="194" y="26"/>
                  <a:pt x="177" y="37"/>
                  <a:pt x="161" y="58"/>
                </a:cubicBezTo>
                <a:cubicBezTo>
                  <a:pt x="145" y="80"/>
                  <a:pt x="132" y="104"/>
                  <a:pt x="121" y="131"/>
                </a:cubicBezTo>
                <a:cubicBezTo>
                  <a:pt x="111" y="158"/>
                  <a:pt x="103" y="182"/>
                  <a:pt x="97" y="202"/>
                </a:cubicBezTo>
                <a:cubicBezTo>
                  <a:pt x="91" y="223"/>
                  <a:pt x="88" y="234"/>
                  <a:pt x="88" y="238"/>
                </a:cubicBezTo>
                <a:cubicBezTo>
                  <a:pt x="111" y="238"/>
                  <a:pt x="134" y="238"/>
                  <a:pt x="157" y="238"/>
                </a:cubicBezTo>
                <a:lnTo>
                  <a:pt x="226" y="238"/>
                </a:lnTo>
                <a:cubicBezTo>
                  <a:pt x="226" y="237"/>
                  <a:pt x="228" y="229"/>
                  <a:pt x="231" y="214"/>
                </a:cubicBezTo>
                <a:cubicBezTo>
                  <a:pt x="235" y="199"/>
                  <a:pt x="239" y="180"/>
                  <a:pt x="243" y="157"/>
                </a:cubicBezTo>
                <a:cubicBezTo>
                  <a:pt x="247" y="135"/>
                  <a:pt x="249" y="115"/>
                  <a:pt x="248" y="99"/>
                </a:cubicBezTo>
                <a:moveTo>
                  <a:pt x="56" y="408"/>
                </a:moveTo>
                <a:cubicBezTo>
                  <a:pt x="56" y="458"/>
                  <a:pt x="69" y="484"/>
                  <a:pt x="94" y="484"/>
                </a:cubicBezTo>
                <a:cubicBezTo>
                  <a:pt x="101" y="484"/>
                  <a:pt x="109" y="482"/>
                  <a:pt x="117" y="477"/>
                </a:cubicBezTo>
                <a:cubicBezTo>
                  <a:pt x="125" y="472"/>
                  <a:pt x="135" y="463"/>
                  <a:pt x="146" y="449"/>
                </a:cubicBezTo>
                <a:cubicBezTo>
                  <a:pt x="157" y="436"/>
                  <a:pt x="169" y="415"/>
                  <a:pt x="180" y="387"/>
                </a:cubicBezTo>
                <a:cubicBezTo>
                  <a:pt x="192" y="359"/>
                  <a:pt x="203" y="325"/>
                  <a:pt x="214" y="283"/>
                </a:cubicBezTo>
                <a:lnTo>
                  <a:pt x="218" y="271"/>
                </a:lnTo>
                <a:lnTo>
                  <a:pt x="79" y="271"/>
                </a:lnTo>
                <a:cubicBezTo>
                  <a:pt x="79" y="273"/>
                  <a:pt x="77" y="282"/>
                  <a:pt x="73" y="298"/>
                </a:cubicBezTo>
                <a:cubicBezTo>
                  <a:pt x="68" y="315"/>
                  <a:pt x="65" y="333"/>
                  <a:pt x="61" y="354"/>
                </a:cubicBezTo>
                <a:cubicBezTo>
                  <a:pt x="58" y="374"/>
                  <a:pt x="56" y="392"/>
                  <a:pt x="56" y="40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399640" y="258516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3" y="31"/>
                </a:moveTo>
                <a:cubicBezTo>
                  <a:pt x="83" y="23"/>
                  <a:pt x="86" y="16"/>
                  <a:pt x="92" y="10"/>
                </a:cubicBezTo>
                <a:cubicBezTo>
                  <a:pt x="99" y="3"/>
                  <a:pt x="106" y="0"/>
                  <a:pt x="114" y="0"/>
                </a:cubicBezTo>
                <a:cubicBezTo>
                  <a:pt x="120" y="0"/>
                  <a:pt x="125" y="2"/>
                  <a:pt x="129" y="6"/>
                </a:cubicBezTo>
                <a:cubicBezTo>
                  <a:pt x="134" y="10"/>
                  <a:pt x="136" y="15"/>
                  <a:pt x="136" y="21"/>
                </a:cubicBezTo>
                <a:cubicBezTo>
                  <a:pt x="136" y="29"/>
                  <a:pt x="133" y="36"/>
                  <a:pt x="126" y="42"/>
                </a:cubicBezTo>
                <a:cubicBezTo>
                  <a:pt x="119" y="49"/>
                  <a:pt x="112" y="52"/>
                  <a:pt x="104" y="52"/>
                </a:cubicBezTo>
                <a:cubicBezTo>
                  <a:pt x="99" y="52"/>
                  <a:pt x="94" y="51"/>
                  <a:pt x="90" y="47"/>
                </a:cubicBezTo>
                <a:cubicBezTo>
                  <a:pt x="85" y="44"/>
                  <a:pt x="83" y="38"/>
                  <a:pt x="83" y="31"/>
                </a:cubicBezTo>
                <a:moveTo>
                  <a:pt x="0" y="189"/>
                </a:moveTo>
                <a:cubicBezTo>
                  <a:pt x="0" y="186"/>
                  <a:pt x="1" y="181"/>
                  <a:pt x="4" y="174"/>
                </a:cubicBezTo>
                <a:cubicBezTo>
                  <a:pt x="7" y="166"/>
                  <a:pt x="11" y="157"/>
                  <a:pt x="16" y="148"/>
                </a:cubicBezTo>
                <a:cubicBezTo>
                  <a:pt x="22" y="138"/>
                  <a:pt x="30" y="130"/>
                  <a:pt x="39" y="122"/>
                </a:cubicBezTo>
                <a:cubicBezTo>
                  <a:pt x="49" y="114"/>
                  <a:pt x="59" y="111"/>
                  <a:pt x="70" y="111"/>
                </a:cubicBezTo>
                <a:cubicBezTo>
                  <a:pt x="83" y="111"/>
                  <a:pt x="94" y="115"/>
                  <a:pt x="102" y="123"/>
                </a:cubicBezTo>
                <a:cubicBezTo>
                  <a:pt x="111" y="130"/>
                  <a:pt x="116" y="141"/>
                  <a:pt x="116" y="154"/>
                </a:cubicBezTo>
                <a:cubicBezTo>
                  <a:pt x="116" y="160"/>
                  <a:pt x="114" y="169"/>
                  <a:pt x="109" y="182"/>
                </a:cubicBezTo>
                <a:cubicBezTo>
                  <a:pt x="104" y="195"/>
                  <a:pt x="97" y="213"/>
                  <a:pt x="89" y="235"/>
                </a:cubicBezTo>
                <a:cubicBezTo>
                  <a:pt x="80" y="257"/>
                  <a:pt x="73" y="276"/>
                  <a:pt x="68" y="292"/>
                </a:cubicBezTo>
                <a:cubicBezTo>
                  <a:pt x="66" y="299"/>
                  <a:pt x="65" y="304"/>
                  <a:pt x="65" y="308"/>
                </a:cubicBezTo>
                <a:cubicBezTo>
                  <a:pt x="65" y="316"/>
                  <a:pt x="68" y="320"/>
                  <a:pt x="74" y="320"/>
                </a:cubicBezTo>
                <a:cubicBezTo>
                  <a:pt x="77" y="320"/>
                  <a:pt x="80" y="320"/>
                  <a:pt x="83" y="319"/>
                </a:cubicBezTo>
                <a:cubicBezTo>
                  <a:pt x="87" y="318"/>
                  <a:pt x="90" y="316"/>
                  <a:pt x="95" y="312"/>
                </a:cubicBezTo>
                <a:cubicBezTo>
                  <a:pt x="99" y="308"/>
                  <a:pt x="104" y="302"/>
                  <a:pt x="108" y="294"/>
                </a:cubicBezTo>
                <a:cubicBezTo>
                  <a:pt x="113" y="286"/>
                  <a:pt x="117" y="276"/>
                  <a:pt x="121" y="265"/>
                </a:cubicBezTo>
                <a:cubicBezTo>
                  <a:pt x="122" y="261"/>
                  <a:pt x="123" y="258"/>
                  <a:pt x="123" y="258"/>
                </a:cubicBezTo>
                <a:cubicBezTo>
                  <a:pt x="124" y="257"/>
                  <a:pt x="127" y="257"/>
                  <a:pt x="132" y="257"/>
                </a:cubicBezTo>
                <a:cubicBezTo>
                  <a:pt x="139" y="257"/>
                  <a:pt x="142" y="258"/>
                  <a:pt x="142" y="262"/>
                </a:cubicBezTo>
                <a:cubicBezTo>
                  <a:pt x="142" y="264"/>
                  <a:pt x="141" y="269"/>
                  <a:pt x="138" y="277"/>
                </a:cubicBezTo>
                <a:cubicBezTo>
                  <a:pt x="135" y="285"/>
                  <a:pt x="130" y="293"/>
                  <a:pt x="125" y="303"/>
                </a:cubicBezTo>
                <a:cubicBezTo>
                  <a:pt x="120" y="312"/>
                  <a:pt x="112" y="321"/>
                  <a:pt x="102" y="328"/>
                </a:cubicBezTo>
                <a:cubicBezTo>
                  <a:pt x="93" y="335"/>
                  <a:pt x="82" y="339"/>
                  <a:pt x="71" y="339"/>
                </a:cubicBezTo>
                <a:cubicBezTo>
                  <a:pt x="60" y="339"/>
                  <a:pt x="51" y="335"/>
                  <a:pt x="41" y="328"/>
                </a:cubicBezTo>
                <a:cubicBezTo>
                  <a:pt x="32" y="321"/>
                  <a:pt x="28" y="311"/>
                  <a:pt x="27" y="296"/>
                </a:cubicBezTo>
                <a:cubicBezTo>
                  <a:pt x="27" y="291"/>
                  <a:pt x="28" y="285"/>
                  <a:pt x="30" y="280"/>
                </a:cubicBezTo>
                <a:cubicBezTo>
                  <a:pt x="32" y="275"/>
                  <a:pt x="39" y="256"/>
                  <a:pt x="52" y="223"/>
                </a:cubicBezTo>
                <a:cubicBezTo>
                  <a:pt x="64" y="189"/>
                  <a:pt x="72" y="169"/>
                  <a:pt x="74" y="162"/>
                </a:cubicBezTo>
                <a:cubicBezTo>
                  <a:pt x="76" y="155"/>
                  <a:pt x="77" y="149"/>
                  <a:pt x="77" y="142"/>
                </a:cubicBezTo>
                <a:cubicBezTo>
                  <a:pt x="77" y="134"/>
                  <a:pt x="74" y="130"/>
                  <a:pt x="69" y="130"/>
                </a:cubicBezTo>
                <a:lnTo>
                  <a:pt x="68" y="130"/>
                </a:lnTo>
                <a:cubicBezTo>
                  <a:pt x="58" y="130"/>
                  <a:pt x="48" y="136"/>
                  <a:pt x="40" y="147"/>
                </a:cubicBezTo>
                <a:cubicBezTo>
                  <a:pt x="32" y="158"/>
                  <a:pt x="25" y="172"/>
                  <a:pt x="21" y="189"/>
                </a:cubicBezTo>
                <a:cubicBezTo>
                  <a:pt x="20" y="189"/>
                  <a:pt x="20" y="190"/>
                  <a:pt x="20" y="191"/>
                </a:cubicBezTo>
                <a:cubicBezTo>
                  <a:pt x="19" y="191"/>
                  <a:pt x="19" y="192"/>
                  <a:pt x="19" y="192"/>
                </a:cubicBezTo>
                <a:cubicBezTo>
                  <a:pt x="19" y="192"/>
                  <a:pt x="19" y="193"/>
                  <a:pt x="17" y="193"/>
                </a:cubicBezTo>
                <a:lnTo>
                  <a:pt x="16" y="194"/>
                </a:lnTo>
                <a:cubicBezTo>
                  <a:pt x="15" y="194"/>
                  <a:pt x="15" y="194"/>
                  <a:pt x="14" y="194"/>
                </a:cubicBezTo>
                <a:cubicBezTo>
                  <a:pt x="13" y="194"/>
                  <a:pt x="11" y="194"/>
                  <a:pt x="10" y="194"/>
                </a:cubicBezTo>
                <a:lnTo>
                  <a:pt x="3" y="194"/>
                </a:lnTo>
                <a:cubicBezTo>
                  <a:pt x="1" y="192"/>
                  <a:pt x="0" y="190"/>
                  <a:pt x="0" y="18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4776840" y="2458440"/>
            <a:ext cx="492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and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5472000" y="2458440"/>
            <a:ext cx="23947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is a learnable threshold.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857160" y="3533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571320" y="2934720"/>
            <a:ext cx="15976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Key properties: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5189400" y="3447720"/>
            <a:ext cx="219600" cy="175320"/>
          </a:xfrm>
          <a:custGeom>
            <a:avLst/>
            <a:gdLst/>
            <a:ahLst/>
            <a:rect l="0" t="0" r="r" b="b"/>
            <a:pathLst>
              <a:path w="610" h="487">
                <a:moveTo>
                  <a:pt x="140" y="33"/>
                </a:moveTo>
                <a:cubicBezTo>
                  <a:pt x="124" y="33"/>
                  <a:pt x="115" y="32"/>
                  <a:pt x="114" y="30"/>
                </a:cubicBezTo>
                <a:cubicBezTo>
                  <a:pt x="114" y="29"/>
                  <a:pt x="114" y="27"/>
                  <a:pt x="114" y="25"/>
                </a:cubicBezTo>
                <a:cubicBezTo>
                  <a:pt x="114" y="13"/>
                  <a:pt x="116" y="5"/>
                  <a:pt x="122" y="1"/>
                </a:cubicBezTo>
                <a:cubicBezTo>
                  <a:pt x="123" y="1"/>
                  <a:pt x="127" y="0"/>
                  <a:pt x="134" y="0"/>
                </a:cubicBezTo>
                <a:cubicBezTo>
                  <a:pt x="153" y="1"/>
                  <a:pt x="185" y="2"/>
                  <a:pt x="230" y="2"/>
                </a:cubicBezTo>
                <a:cubicBezTo>
                  <a:pt x="247" y="2"/>
                  <a:pt x="261" y="2"/>
                  <a:pt x="275" y="2"/>
                </a:cubicBezTo>
                <a:cubicBezTo>
                  <a:pt x="289" y="2"/>
                  <a:pt x="300" y="2"/>
                  <a:pt x="307" y="1"/>
                </a:cubicBezTo>
                <a:cubicBezTo>
                  <a:pt x="315" y="1"/>
                  <a:pt x="320" y="1"/>
                  <a:pt x="321" y="1"/>
                </a:cubicBezTo>
                <a:cubicBezTo>
                  <a:pt x="329" y="1"/>
                  <a:pt x="333" y="3"/>
                  <a:pt x="333" y="8"/>
                </a:cubicBezTo>
                <a:cubicBezTo>
                  <a:pt x="333" y="9"/>
                  <a:pt x="332" y="13"/>
                  <a:pt x="331" y="18"/>
                </a:cubicBezTo>
                <a:cubicBezTo>
                  <a:pt x="329" y="26"/>
                  <a:pt x="327" y="31"/>
                  <a:pt x="324" y="32"/>
                </a:cubicBezTo>
                <a:lnTo>
                  <a:pt x="323" y="32"/>
                </a:lnTo>
                <a:cubicBezTo>
                  <a:pt x="322" y="32"/>
                  <a:pt x="321" y="32"/>
                  <a:pt x="319" y="32"/>
                </a:cubicBezTo>
                <a:cubicBezTo>
                  <a:pt x="318" y="32"/>
                  <a:pt x="316" y="32"/>
                  <a:pt x="314" y="32"/>
                </a:cubicBezTo>
                <a:cubicBezTo>
                  <a:pt x="312" y="32"/>
                  <a:pt x="310" y="33"/>
                  <a:pt x="308" y="33"/>
                </a:cubicBezTo>
                <a:cubicBezTo>
                  <a:pt x="306" y="34"/>
                  <a:pt x="303" y="34"/>
                  <a:pt x="302" y="33"/>
                </a:cubicBezTo>
                <a:cubicBezTo>
                  <a:pt x="283" y="34"/>
                  <a:pt x="271" y="34"/>
                  <a:pt x="266" y="35"/>
                </a:cubicBezTo>
                <a:cubicBezTo>
                  <a:pt x="261" y="36"/>
                  <a:pt x="256" y="39"/>
                  <a:pt x="253" y="43"/>
                </a:cubicBezTo>
                <a:cubicBezTo>
                  <a:pt x="252" y="45"/>
                  <a:pt x="244" y="74"/>
                  <a:pt x="230" y="131"/>
                </a:cubicBezTo>
                <a:cubicBezTo>
                  <a:pt x="227" y="143"/>
                  <a:pt x="224" y="157"/>
                  <a:pt x="220" y="172"/>
                </a:cubicBezTo>
                <a:cubicBezTo>
                  <a:pt x="216" y="187"/>
                  <a:pt x="213" y="198"/>
                  <a:pt x="211" y="205"/>
                </a:cubicBezTo>
                <a:lnTo>
                  <a:pt x="208" y="216"/>
                </a:lnTo>
                <a:cubicBezTo>
                  <a:pt x="208" y="217"/>
                  <a:pt x="243" y="217"/>
                  <a:pt x="311" y="217"/>
                </a:cubicBezTo>
                <a:lnTo>
                  <a:pt x="415" y="217"/>
                </a:lnTo>
                <a:lnTo>
                  <a:pt x="415" y="215"/>
                </a:lnTo>
                <a:cubicBezTo>
                  <a:pt x="415" y="214"/>
                  <a:pt x="423" y="185"/>
                  <a:pt x="437" y="128"/>
                </a:cubicBezTo>
                <a:cubicBezTo>
                  <a:pt x="451" y="73"/>
                  <a:pt x="457" y="44"/>
                  <a:pt x="457" y="40"/>
                </a:cubicBezTo>
                <a:cubicBezTo>
                  <a:pt x="457" y="36"/>
                  <a:pt x="444" y="34"/>
                  <a:pt x="417" y="33"/>
                </a:cubicBezTo>
                <a:cubicBezTo>
                  <a:pt x="406" y="33"/>
                  <a:pt x="399" y="33"/>
                  <a:pt x="395" y="32"/>
                </a:cubicBezTo>
                <a:cubicBezTo>
                  <a:pt x="392" y="31"/>
                  <a:pt x="390" y="29"/>
                  <a:pt x="390" y="25"/>
                </a:cubicBezTo>
                <a:cubicBezTo>
                  <a:pt x="390" y="24"/>
                  <a:pt x="391" y="22"/>
                  <a:pt x="392" y="17"/>
                </a:cubicBezTo>
                <a:cubicBezTo>
                  <a:pt x="394" y="9"/>
                  <a:pt x="395" y="4"/>
                  <a:pt x="396" y="3"/>
                </a:cubicBezTo>
                <a:cubicBezTo>
                  <a:pt x="397" y="2"/>
                  <a:pt x="401" y="2"/>
                  <a:pt x="407" y="1"/>
                </a:cubicBezTo>
                <a:cubicBezTo>
                  <a:pt x="410" y="1"/>
                  <a:pt x="420" y="1"/>
                  <a:pt x="437" y="2"/>
                </a:cubicBezTo>
                <a:cubicBezTo>
                  <a:pt x="455" y="2"/>
                  <a:pt x="477" y="3"/>
                  <a:pt x="504" y="3"/>
                </a:cubicBezTo>
                <a:cubicBezTo>
                  <a:pt x="535" y="3"/>
                  <a:pt x="557" y="2"/>
                  <a:pt x="573" y="2"/>
                </a:cubicBezTo>
                <a:cubicBezTo>
                  <a:pt x="588" y="1"/>
                  <a:pt x="597" y="1"/>
                  <a:pt x="598" y="1"/>
                </a:cubicBezTo>
                <a:cubicBezTo>
                  <a:pt x="606" y="1"/>
                  <a:pt x="610" y="3"/>
                  <a:pt x="610" y="8"/>
                </a:cubicBezTo>
                <a:cubicBezTo>
                  <a:pt x="610" y="21"/>
                  <a:pt x="608" y="29"/>
                  <a:pt x="602" y="32"/>
                </a:cubicBezTo>
                <a:lnTo>
                  <a:pt x="601" y="32"/>
                </a:lnTo>
                <a:cubicBezTo>
                  <a:pt x="600" y="32"/>
                  <a:pt x="598" y="32"/>
                  <a:pt x="597" y="32"/>
                </a:cubicBezTo>
                <a:cubicBezTo>
                  <a:pt x="596" y="32"/>
                  <a:pt x="594" y="32"/>
                  <a:pt x="592" y="32"/>
                </a:cubicBezTo>
                <a:cubicBezTo>
                  <a:pt x="590" y="32"/>
                  <a:pt x="588" y="33"/>
                  <a:pt x="586" y="33"/>
                </a:cubicBezTo>
                <a:cubicBezTo>
                  <a:pt x="583" y="34"/>
                  <a:pt x="581" y="34"/>
                  <a:pt x="579" y="33"/>
                </a:cubicBezTo>
                <a:cubicBezTo>
                  <a:pt x="561" y="34"/>
                  <a:pt x="549" y="34"/>
                  <a:pt x="544" y="35"/>
                </a:cubicBezTo>
                <a:cubicBezTo>
                  <a:pt x="538" y="36"/>
                  <a:pt x="534" y="39"/>
                  <a:pt x="531" y="43"/>
                </a:cubicBezTo>
                <a:cubicBezTo>
                  <a:pt x="529" y="45"/>
                  <a:pt x="512" y="113"/>
                  <a:pt x="479" y="244"/>
                </a:cubicBezTo>
                <a:cubicBezTo>
                  <a:pt x="446" y="377"/>
                  <a:pt x="429" y="444"/>
                  <a:pt x="429" y="446"/>
                </a:cubicBezTo>
                <a:cubicBezTo>
                  <a:pt x="429" y="449"/>
                  <a:pt x="430" y="451"/>
                  <a:pt x="432" y="451"/>
                </a:cubicBezTo>
                <a:cubicBezTo>
                  <a:pt x="435" y="452"/>
                  <a:pt x="448" y="454"/>
                  <a:pt x="470" y="454"/>
                </a:cubicBezTo>
                <a:lnTo>
                  <a:pt x="492" y="454"/>
                </a:lnTo>
                <a:cubicBezTo>
                  <a:pt x="495" y="458"/>
                  <a:pt x="496" y="460"/>
                  <a:pt x="496" y="461"/>
                </a:cubicBezTo>
                <a:cubicBezTo>
                  <a:pt x="496" y="461"/>
                  <a:pt x="496" y="466"/>
                  <a:pt x="494" y="474"/>
                </a:cubicBezTo>
                <a:cubicBezTo>
                  <a:pt x="492" y="480"/>
                  <a:pt x="490" y="484"/>
                  <a:pt x="487" y="487"/>
                </a:cubicBezTo>
                <a:lnTo>
                  <a:pt x="476" y="487"/>
                </a:lnTo>
                <a:cubicBezTo>
                  <a:pt x="459" y="486"/>
                  <a:pt x="427" y="486"/>
                  <a:pt x="381" y="486"/>
                </a:cubicBezTo>
                <a:cubicBezTo>
                  <a:pt x="365" y="486"/>
                  <a:pt x="350" y="486"/>
                  <a:pt x="336" y="486"/>
                </a:cubicBezTo>
                <a:cubicBezTo>
                  <a:pt x="323" y="486"/>
                  <a:pt x="312" y="486"/>
                  <a:pt x="304" y="486"/>
                </a:cubicBezTo>
                <a:cubicBezTo>
                  <a:pt x="296" y="486"/>
                  <a:pt x="291" y="486"/>
                  <a:pt x="289" y="486"/>
                </a:cubicBezTo>
                <a:cubicBezTo>
                  <a:pt x="281" y="486"/>
                  <a:pt x="277" y="484"/>
                  <a:pt x="277" y="480"/>
                </a:cubicBezTo>
                <a:cubicBezTo>
                  <a:pt x="277" y="478"/>
                  <a:pt x="277" y="474"/>
                  <a:pt x="279" y="470"/>
                </a:cubicBezTo>
                <a:cubicBezTo>
                  <a:pt x="281" y="461"/>
                  <a:pt x="283" y="456"/>
                  <a:pt x="286" y="455"/>
                </a:cubicBezTo>
                <a:cubicBezTo>
                  <a:pt x="288" y="455"/>
                  <a:pt x="291" y="454"/>
                  <a:pt x="297" y="454"/>
                </a:cubicBezTo>
                <a:lnTo>
                  <a:pt x="301" y="454"/>
                </a:lnTo>
                <a:cubicBezTo>
                  <a:pt x="314" y="454"/>
                  <a:pt x="328" y="454"/>
                  <a:pt x="343" y="452"/>
                </a:cubicBezTo>
                <a:cubicBezTo>
                  <a:pt x="346" y="452"/>
                  <a:pt x="348" y="452"/>
                  <a:pt x="349" y="452"/>
                </a:cubicBezTo>
                <a:cubicBezTo>
                  <a:pt x="350" y="452"/>
                  <a:pt x="352" y="450"/>
                  <a:pt x="353" y="448"/>
                </a:cubicBezTo>
                <a:cubicBezTo>
                  <a:pt x="355" y="446"/>
                  <a:pt x="357" y="444"/>
                  <a:pt x="358" y="442"/>
                </a:cubicBezTo>
                <a:cubicBezTo>
                  <a:pt x="359" y="440"/>
                  <a:pt x="360" y="435"/>
                  <a:pt x="362" y="429"/>
                </a:cubicBezTo>
                <a:cubicBezTo>
                  <a:pt x="364" y="422"/>
                  <a:pt x="366" y="416"/>
                  <a:pt x="367" y="409"/>
                </a:cubicBezTo>
                <a:cubicBezTo>
                  <a:pt x="368" y="402"/>
                  <a:pt x="371" y="392"/>
                  <a:pt x="375" y="378"/>
                </a:cubicBezTo>
                <a:cubicBezTo>
                  <a:pt x="378" y="364"/>
                  <a:pt x="381" y="353"/>
                  <a:pt x="383" y="345"/>
                </a:cubicBezTo>
                <a:cubicBezTo>
                  <a:pt x="398" y="283"/>
                  <a:pt x="406" y="251"/>
                  <a:pt x="406" y="251"/>
                </a:cubicBezTo>
                <a:cubicBezTo>
                  <a:pt x="406" y="250"/>
                  <a:pt x="372" y="250"/>
                  <a:pt x="303" y="250"/>
                </a:cubicBezTo>
                <a:lnTo>
                  <a:pt x="200" y="250"/>
                </a:lnTo>
                <a:lnTo>
                  <a:pt x="176" y="346"/>
                </a:lnTo>
                <a:cubicBezTo>
                  <a:pt x="160" y="411"/>
                  <a:pt x="152" y="444"/>
                  <a:pt x="152" y="446"/>
                </a:cubicBezTo>
                <a:cubicBezTo>
                  <a:pt x="152" y="449"/>
                  <a:pt x="154" y="451"/>
                  <a:pt x="158" y="452"/>
                </a:cubicBezTo>
                <a:cubicBezTo>
                  <a:pt x="162" y="453"/>
                  <a:pt x="173" y="454"/>
                  <a:pt x="193" y="454"/>
                </a:cubicBezTo>
                <a:lnTo>
                  <a:pt x="215" y="454"/>
                </a:lnTo>
                <a:cubicBezTo>
                  <a:pt x="218" y="458"/>
                  <a:pt x="220" y="460"/>
                  <a:pt x="220" y="461"/>
                </a:cubicBezTo>
                <a:cubicBezTo>
                  <a:pt x="220" y="461"/>
                  <a:pt x="219" y="466"/>
                  <a:pt x="218" y="474"/>
                </a:cubicBezTo>
                <a:cubicBezTo>
                  <a:pt x="216" y="480"/>
                  <a:pt x="213" y="484"/>
                  <a:pt x="210" y="487"/>
                </a:cubicBezTo>
                <a:lnTo>
                  <a:pt x="200" y="487"/>
                </a:lnTo>
                <a:cubicBezTo>
                  <a:pt x="182" y="486"/>
                  <a:pt x="150" y="486"/>
                  <a:pt x="104" y="486"/>
                </a:cubicBezTo>
                <a:cubicBezTo>
                  <a:pt x="88" y="486"/>
                  <a:pt x="73" y="486"/>
                  <a:pt x="60" y="486"/>
                </a:cubicBezTo>
                <a:cubicBezTo>
                  <a:pt x="46" y="486"/>
                  <a:pt x="35" y="486"/>
                  <a:pt x="27" y="486"/>
                </a:cubicBezTo>
                <a:cubicBezTo>
                  <a:pt x="19" y="486"/>
                  <a:pt x="14" y="486"/>
                  <a:pt x="12" y="486"/>
                </a:cubicBezTo>
                <a:cubicBezTo>
                  <a:pt x="4" y="486"/>
                  <a:pt x="0" y="484"/>
                  <a:pt x="0" y="480"/>
                </a:cubicBezTo>
                <a:cubicBezTo>
                  <a:pt x="0" y="479"/>
                  <a:pt x="1" y="476"/>
                  <a:pt x="2" y="470"/>
                </a:cubicBezTo>
                <a:cubicBezTo>
                  <a:pt x="4" y="461"/>
                  <a:pt x="7" y="456"/>
                  <a:pt x="9" y="455"/>
                </a:cubicBezTo>
                <a:cubicBezTo>
                  <a:pt x="11" y="455"/>
                  <a:pt x="15" y="454"/>
                  <a:pt x="20" y="454"/>
                </a:cubicBezTo>
                <a:lnTo>
                  <a:pt x="24" y="454"/>
                </a:lnTo>
                <a:cubicBezTo>
                  <a:pt x="37" y="454"/>
                  <a:pt x="51" y="454"/>
                  <a:pt x="67" y="452"/>
                </a:cubicBezTo>
                <a:cubicBezTo>
                  <a:pt x="73" y="451"/>
                  <a:pt x="78" y="448"/>
                  <a:pt x="80" y="444"/>
                </a:cubicBezTo>
                <a:cubicBezTo>
                  <a:pt x="82" y="442"/>
                  <a:pt x="99" y="376"/>
                  <a:pt x="132" y="245"/>
                </a:cubicBezTo>
                <a:cubicBezTo>
                  <a:pt x="164" y="115"/>
                  <a:pt x="181" y="47"/>
                  <a:pt x="181" y="40"/>
                </a:cubicBezTo>
                <a:cubicBezTo>
                  <a:pt x="181" y="36"/>
                  <a:pt x="167" y="34"/>
                  <a:pt x="140" y="3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053360" y="3420360"/>
            <a:ext cx="4134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Exact sparsity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Heaviside step function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857160" y="3914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407200" y="3420360"/>
            <a:ext cx="2024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produces true zeros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3994200" y="4520880"/>
            <a:ext cx="160200" cy="186840"/>
          </a:xfrm>
          <a:custGeom>
            <a:avLst/>
            <a:gdLst/>
            <a:ahLst/>
            <a:rect l="0" t="0" r="r" b="b"/>
            <a:pathLst>
              <a:path w="445" h="519">
                <a:moveTo>
                  <a:pt x="21" y="519"/>
                </a:moveTo>
                <a:cubicBezTo>
                  <a:pt x="21" y="519"/>
                  <a:pt x="18" y="519"/>
                  <a:pt x="11" y="519"/>
                </a:cubicBezTo>
                <a:cubicBezTo>
                  <a:pt x="4" y="519"/>
                  <a:pt x="0" y="516"/>
                  <a:pt x="0" y="511"/>
                </a:cubicBezTo>
                <a:cubicBezTo>
                  <a:pt x="0" y="506"/>
                  <a:pt x="6" y="498"/>
                  <a:pt x="17" y="486"/>
                </a:cubicBezTo>
                <a:cubicBezTo>
                  <a:pt x="28" y="474"/>
                  <a:pt x="35" y="467"/>
                  <a:pt x="36" y="464"/>
                </a:cubicBezTo>
                <a:cubicBezTo>
                  <a:pt x="51" y="444"/>
                  <a:pt x="64" y="417"/>
                  <a:pt x="75" y="380"/>
                </a:cubicBezTo>
                <a:cubicBezTo>
                  <a:pt x="87" y="344"/>
                  <a:pt x="97" y="309"/>
                  <a:pt x="105" y="275"/>
                </a:cubicBezTo>
                <a:cubicBezTo>
                  <a:pt x="113" y="241"/>
                  <a:pt x="126" y="205"/>
                  <a:pt x="144" y="166"/>
                </a:cubicBezTo>
                <a:cubicBezTo>
                  <a:pt x="161" y="128"/>
                  <a:pt x="182" y="95"/>
                  <a:pt x="207" y="68"/>
                </a:cubicBezTo>
                <a:cubicBezTo>
                  <a:pt x="228" y="49"/>
                  <a:pt x="250" y="33"/>
                  <a:pt x="276" y="20"/>
                </a:cubicBezTo>
                <a:cubicBezTo>
                  <a:pt x="303" y="7"/>
                  <a:pt x="329" y="0"/>
                  <a:pt x="356" y="0"/>
                </a:cubicBezTo>
                <a:cubicBezTo>
                  <a:pt x="369" y="0"/>
                  <a:pt x="381" y="2"/>
                  <a:pt x="390" y="7"/>
                </a:cubicBezTo>
                <a:cubicBezTo>
                  <a:pt x="399" y="11"/>
                  <a:pt x="405" y="17"/>
                  <a:pt x="408" y="24"/>
                </a:cubicBezTo>
                <a:cubicBezTo>
                  <a:pt x="411" y="32"/>
                  <a:pt x="414" y="38"/>
                  <a:pt x="416" y="43"/>
                </a:cubicBezTo>
                <a:cubicBezTo>
                  <a:pt x="418" y="48"/>
                  <a:pt x="419" y="53"/>
                  <a:pt x="418" y="58"/>
                </a:cubicBezTo>
                <a:lnTo>
                  <a:pt x="418" y="67"/>
                </a:lnTo>
                <a:cubicBezTo>
                  <a:pt x="418" y="81"/>
                  <a:pt x="417" y="90"/>
                  <a:pt x="416" y="95"/>
                </a:cubicBezTo>
                <a:cubicBezTo>
                  <a:pt x="415" y="101"/>
                  <a:pt x="411" y="106"/>
                  <a:pt x="404" y="113"/>
                </a:cubicBezTo>
                <a:cubicBezTo>
                  <a:pt x="396" y="121"/>
                  <a:pt x="386" y="128"/>
                  <a:pt x="375" y="133"/>
                </a:cubicBezTo>
                <a:cubicBezTo>
                  <a:pt x="365" y="138"/>
                  <a:pt x="355" y="141"/>
                  <a:pt x="347" y="141"/>
                </a:cubicBezTo>
                <a:cubicBezTo>
                  <a:pt x="340" y="141"/>
                  <a:pt x="336" y="138"/>
                  <a:pt x="336" y="133"/>
                </a:cubicBezTo>
                <a:cubicBezTo>
                  <a:pt x="336" y="131"/>
                  <a:pt x="337" y="128"/>
                  <a:pt x="338" y="121"/>
                </a:cubicBezTo>
                <a:cubicBezTo>
                  <a:pt x="339" y="115"/>
                  <a:pt x="339" y="110"/>
                  <a:pt x="339" y="103"/>
                </a:cubicBezTo>
                <a:cubicBezTo>
                  <a:pt x="339" y="89"/>
                  <a:pt x="336" y="77"/>
                  <a:pt x="330" y="68"/>
                </a:cubicBezTo>
                <a:cubicBezTo>
                  <a:pt x="324" y="58"/>
                  <a:pt x="314" y="53"/>
                  <a:pt x="300" y="53"/>
                </a:cubicBezTo>
                <a:cubicBezTo>
                  <a:pt x="286" y="53"/>
                  <a:pt x="276" y="57"/>
                  <a:pt x="270" y="63"/>
                </a:cubicBezTo>
                <a:cubicBezTo>
                  <a:pt x="250" y="81"/>
                  <a:pt x="231" y="112"/>
                  <a:pt x="214" y="153"/>
                </a:cubicBezTo>
                <a:cubicBezTo>
                  <a:pt x="198" y="194"/>
                  <a:pt x="183" y="239"/>
                  <a:pt x="170" y="289"/>
                </a:cubicBezTo>
                <a:cubicBezTo>
                  <a:pt x="157" y="339"/>
                  <a:pt x="148" y="370"/>
                  <a:pt x="143" y="382"/>
                </a:cubicBezTo>
                <a:cubicBezTo>
                  <a:pt x="133" y="404"/>
                  <a:pt x="126" y="418"/>
                  <a:pt x="122" y="423"/>
                </a:cubicBezTo>
                <a:lnTo>
                  <a:pt x="118" y="430"/>
                </a:lnTo>
                <a:lnTo>
                  <a:pt x="137" y="430"/>
                </a:lnTo>
                <a:cubicBezTo>
                  <a:pt x="164" y="430"/>
                  <a:pt x="198" y="436"/>
                  <a:pt x="241" y="447"/>
                </a:cubicBezTo>
                <a:cubicBezTo>
                  <a:pt x="283" y="458"/>
                  <a:pt x="316" y="464"/>
                  <a:pt x="341" y="466"/>
                </a:cubicBezTo>
                <a:lnTo>
                  <a:pt x="351" y="466"/>
                </a:lnTo>
                <a:cubicBezTo>
                  <a:pt x="356" y="460"/>
                  <a:pt x="361" y="452"/>
                  <a:pt x="365" y="441"/>
                </a:cubicBezTo>
                <a:cubicBezTo>
                  <a:pt x="370" y="430"/>
                  <a:pt x="378" y="420"/>
                  <a:pt x="390" y="412"/>
                </a:cubicBezTo>
                <a:cubicBezTo>
                  <a:pt x="408" y="400"/>
                  <a:pt x="423" y="395"/>
                  <a:pt x="435" y="395"/>
                </a:cubicBezTo>
                <a:cubicBezTo>
                  <a:pt x="442" y="395"/>
                  <a:pt x="445" y="397"/>
                  <a:pt x="445" y="402"/>
                </a:cubicBezTo>
                <a:cubicBezTo>
                  <a:pt x="445" y="421"/>
                  <a:pt x="429" y="446"/>
                  <a:pt x="397" y="474"/>
                </a:cubicBezTo>
                <a:cubicBezTo>
                  <a:pt x="365" y="503"/>
                  <a:pt x="328" y="518"/>
                  <a:pt x="286" y="519"/>
                </a:cubicBezTo>
                <a:cubicBezTo>
                  <a:pt x="262" y="519"/>
                  <a:pt x="228" y="513"/>
                  <a:pt x="183" y="502"/>
                </a:cubicBezTo>
                <a:cubicBezTo>
                  <a:pt x="139" y="491"/>
                  <a:pt x="108" y="485"/>
                  <a:pt x="88" y="483"/>
                </a:cubicBezTo>
                <a:lnTo>
                  <a:pt x="78" y="482"/>
                </a:lnTo>
                <a:lnTo>
                  <a:pt x="70" y="489"/>
                </a:lnTo>
                <a:cubicBezTo>
                  <a:pt x="61" y="498"/>
                  <a:pt x="51" y="506"/>
                  <a:pt x="39" y="511"/>
                </a:cubicBezTo>
                <a:lnTo>
                  <a:pt x="21" y="51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4074840" y="4452120"/>
            <a:ext cx="70560" cy="42120"/>
          </a:xfrm>
          <a:custGeom>
            <a:avLst/>
            <a:gdLst/>
            <a:ahLst/>
            <a:rect l="0" t="0" r="r" b="b"/>
            <a:pathLst>
              <a:path w="196" h="117">
                <a:moveTo>
                  <a:pt x="0" y="96"/>
                </a:moveTo>
                <a:lnTo>
                  <a:pt x="98" y="0"/>
                </a:lnTo>
                <a:lnTo>
                  <a:pt x="104" y="6"/>
                </a:lnTo>
                <a:cubicBezTo>
                  <a:pt x="165" y="65"/>
                  <a:pt x="196" y="95"/>
                  <a:pt x="196" y="96"/>
                </a:cubicBezTo>
                <a:lnTo>
                  <a:pt x="178" y="117"/>
                </a:lnTo>
                <a:cubicBezTo>
                  <a:pt x="177" y="117"/>
                  <a:pt x="163" y="105"/>
                  <a:pt x="136" y="81"/>
                </a:cubicBezTo>
                <a:lnTo>
                  <a:pt x="99" y="48"/>
                </a:lnTo>
                <a:lnTo>
                  <a:pt x="59" y="81"/>
                </a:lnTo>
                <a:cubicBezTo>
                  <a:pt x="52" y="87"/>
                  <a:pt x="46" y="92"/>
                  <a:pt x="40" y="98"/>
                </a:cubicBezTo>
                <a:cubicBezTo>
                  <a:pt x="34" y="105"/>
                  <a:pt x="29" y="109"/>
                  <a:pt x="25" y="112"/>
                </a:cubicBezTo>
                <a:lnTo>
                  <a:pt x="19" y="117"/>
                </a:lnTo>
                <a:cubicBezTo>
                  <a:pt x="19" y="118"/>
                  <a:pt x="15" y="114"/>
                  <a:pt x="9" y="107"/>
                </a:cubicBezTo>
                <a:lnTo>
                  <a:pt x="0" y="9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177080" y="4658760"/>
            <a:ext cx="59760" cy="83520"/>
          </a:xfrm>
          <a:custGeom>
            <a:avLst/>
            <a:gdLst/>
            <a:ahLst/>
            <a:rect l="0" t="0" r="r" b="b"/>
            <a:pathLst>
              <a:path w="166" h="232">
                <a:moveTo>
                  <a:pt x="133" y="68"/>
                </a:moveTo>
                <a:cubicBezTo>
                  <a:pt x="133" y="53"/>
                  <a:pt x="129" y="42"/>
                  <a:pt x="119" y="32"/>
                </a:cubicBezTo>
                <a:cubicBezTo>
                  <a:pt x="110" y="22"/>
                  <a:pt x="97" y="17"/>
                  <a:pt x="79" y="17"/>
                </a:cubicBezTo>
                <a:cubicBezTo>
                  <a:pt x="67" y="17"/>
                  <a:pt x="57" y="20"/>
                  <a:pt x="48" y="24"/>
                </a:cubicBezTo>
                <a:cubicBezTo>
                  <a:pt x="38" y="30"/>
                  <a:pt x="33" y="39"/>
                  <a:pt x="33" y="50"/>
                </a:cubicBezTo>
                <a:cubicBezTo>
                  <a:pt x="33" y="52"/>
                  <a:pt x="33" y="55"/>
                  <a:pt x="33" y="58"/>
                </a:cubicBezTo>
                <a:cubicBezTo>
                  <a:pt x="34" y="60"/>
                  <a:pt x="36" y="64"/>
                  <a:pt x="41" y="70"/>
                </a:cubicBezTo>
                <a:cubicBezTo>
                  <a:pt x="46" y="75"/>
                  <a:pt x="53" y="79"/>
                  <a:pt x="63" y="82"/>
                </a:cubicBezTo>
                <a:cubicBezTo>
                  <a:pt x="69" y="84"/>
                  <a:pt x="76" y="85"/>
                  <a:pt x="85" y="87"/>
                </a:cubicBezTo>
                <a:cubicBezTo>
                  <a:pt x="94" y="88"/>
                  <a:pt x="101" y="90"/>
                  <a:pt x="107" y="91"/>
                </a:cubicBezTo>
                <a:cubicBezTo>
                  <a:pt x="113" y="93"/>
                  <a:pt x="119" y="95"/>
                  <a:pt x="124" y="98"/>
                </a:cubicBezTo>
                <a:cubicBezTo>
                  <a:pt x="130" y="101"/>
                  <a:pt x="136" y="104"/>
                  <a:pt x="141" y="108"/>
                </a:cubicBezTo>
                <a:cubicBezTo>
                  <a:pt x="146" y="112"/>
                  <a:pt x="152" y="119"/>
                  <a:pt x="157" y="129"/>
                </a:cubicBezTo>
                <a:cubicBezTo>
                  <a:pt x="162" y="138"/>
                  <a:pt x="165" y="149"/>
                  <a:pt x="166" y="160"/>
                </a:cubicBezTo>
                <a:cubicBezTo>
                  <a:pt x="166" y="181"/>
                  <a:pt x="159" y="198"/>
                  <a:pt x="146" y="211"/>
                </a:cubicBezTo>
                <a:cubicBezTo>
                  <a:pt x="134" y="225"/>
                  <a:pt x="112" y="231"/>
                  <a:pt x="84" y="232"/>
                </a:cubicBezTo>
                <a:lnTo>
                  <a:pt x="79" y="232"/>
                </a:lnTo>
                <a:cubicBezTo>
                  <a:pt x="62" y="232"/>
                  <a:pt x="46" y="226"/>
                  <a:pt x="31" y="214"/>
                </a:cubicBezTo>
                <a:lnTo>
                  <a:pt x="27" y="217"/>
                </a:lnTo>
                <a:lnTo>
                  <a:pt x="23" y="222"/>
                </a:lnTo>
                <a:cubicBezTo>
                  <a:pt x="21" y="224"/>
                  <a:pt x="19" y="226"/>
                  <a:pt x="17" y="227"/>
                </a:cubicBezTo>
                <a:lnTo>
                  <a:pt x="11" y="232"/>
                </a:lnTo>
                <a:lnTo>
                  <a:pt x="7" y="232"/>
                </a:lnTo>
                <a:lnTo>
                  <a:pt x="5" y="232"/>
                </a:lnTo>
                <a:cubicBezTo>
                  <a:pt x="4" y="232"/>
                  <a:pt x="2" y="231"/>
                  <a:pt x="0" y="229"/>
                </a:cubicBezTo>
                <a:lnTo>
                  <a:pt x="0" y="189"/>
                </a:lnTo>
                <a:lnTo>
                  <a:pt x="0" y="160"/>
                </a:lnTo>
                <a:cubicBezTo>
                  <a:pt x="0" y="153"/>
                  <a:pt x="1" y="149"/>
                  <a:pt x="1" y="148"/>
                </a:cubicBezTo>
                <a:cubicBezTo>
                  <a:pt x="2" y="146"/>
                  <a:pt x="4" y="146"/>
                  <a:pt x="7" y="145"/>
                </a:cubicBezTo>
                <a:lnTo>
                  <a:pt x="11" y="145"/>
                </a:lnTo>
                <a:cubicBezTo>
                  <a:pt x="15" y="145"/>
                  <a:pt x="18" y="146"/>
                  <a:pt x="19" y="147"/>
                </a:cubicBezTo>
                <a:cubicBezTo>
                  <a:pt x="20" y="149"/>
                  <a:pt x="21" y="151"/>
                  <a:pt x="22" y="153"/>
                </a:cubicBezTo>
                <a:cubicBezTo>
                  <a:pt x="22" y="156"/>
                  <a:pt x="23" y="160"/>
                  <a:pt x="25" y="167"/>
                </a:cubicBezTo>
                <a:cubicBezTo>
                  <a:pt x="27" y="173"/>
                  <a:pt x="30" y="180"/>
                  <a:pt x="35" y="188"/>
                </a:cubicBezTo>
                <a:cubicBezTo>
                  <a:pt x="46" y="205"/>
                  <a:pt x="63" y="214"/>
                  <a:pt x="84" y="214"/>
                </a:cubicBezTo>
                <a:cubicBezTo>
                  <a:pt x="116" y="214"/>
                  <a:pt x="133" y="201"/>
                  <a:pt x="133" y="174"/>
                </a:cubicBezTo>
                <a:cubicBezTo>
                  <a:pt x="133" y="165"/>
                  <a:pt x="130" y="157"/>
                  <a:pt x="124" y="151"/>
                </a:cubicBezTo>
                <a:cubicBezTo>
                  <a:pt x="117" y="143"/>
                  <a:pt x="103" y="137"/>
                  <a:pt x="82" y="133"/>
                </a:cubicBezTo>
                <a:cubicBezTo>
                  <a:pt x="60" y="129"/>
                  <a:pt x="46" y="125"/>
                  <a:pt x="40" y="121"/>
                </a:cubicBezTo>
                <a:cubicBezTo>
                  <a:pt x="28" y="115"/>
                  <a:pt x="18" y="108"/>
                  <a:pt x="11" y="98"/>
                </a:cubicBezTo>
                <a:cubicBezTo>
                  <a:pt x="4" y="88"/>
                  <a:pt x="0" y="78"/>
                  <a:pt x="0" y="67"/>
                </a:cubicBezTo>
                <a:cubicBezTo>
                  <a:pt x="0" y="53"/>
                  <a:pt x="3" y="42"/>
                  <a:pt x="9" y="32"/>
                </a:cubicBezTo>
                <a:cubicBezTo>
                  <a:pt x="15" y="23"/>
                  <a:pt x="22" y="17"/>
                  <a:pt x="31" y="12"/>
                </a:cubicBezTo>
                <a:cubicBezTo>
                  <a:pt x="39" y="8"/>
                  <a:pt x="48" y="5"/>
                  <a:pt x="56" y="3"/>
                </a:cubicBezTo>
                <a:cubicBezTo>
                  <a:pt x="64" y="2"/>
                  <a:pt x="71" y="1"/>
                  <a:pt x="78" y="1"/>
                </a:cubicBezTo>
                <a:lnTo>
                  <a:pt x="84" y="1"/>
                </a:lnTo>
                <a:cubicBezTo>
                  <a:pt x="97" y="1"/>
                  <a:pt x="109" y="3"/>
                  <a:pt x="119" y="8"/>
                </a:cubicBezTo>
                <a:lnTo>
                  <a:pt x="127" y="12"/>
                </a:lnTo>
                <a:lnTo>
                  <a:pt x="132" y="9"/>
                </a:lnTo>
                <a:cubicBezTo>
                  <a:pt x="135" y="6"/>
                  <a:pt x="139" y="3"/>
                  <a:pt x="143" y="0"/>
                </a:cubicBezTo>
                <a:lnTo>
                  <a:pt x="147" y="0"/>
                </a:lnTo>
                <a:lnTo>
                  <a:pt x="149" y="0"/>
                </a:lnTo>
                <a:cubicBezTo>
                  <a:pt x="150" y="0"/>
                  <a:pt x="151" y="1"/>
                  <a:pt x="153" y="3"/>
                </a:cubicBezTo>
                <a:lnTo>
                  <a:pt x="153" y="71"/>
                </a:lnTo>
                <a:lnTo>
                  <a:pt x="150" y="74"/>
                </a:lnTo>
                <a:lnTo>
                  <a:pt x="136" y="74"/>
                </a:lnTo>
                <a:cubicBezTo>
                  <a:pt x="134" y="72"/>
                  <a:pt x="133" y="70"/>
                  <a:pt x="133" y="6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246200" y="4659840"/>
            <a:ext cx="91440" cy="115560"/>
          </a:xfrm>
          <a:custGeom>
            <a:avLst/>
            <a:gdLst/>
            <a:ahLst/>
            <a:rect l="0" t="0" r="r" b="b"/>
            <a:pathLst>
              <a:path w="254" h="321">
                <a:moveTo>
                  <a:pt x="8" y="298"/>
                </a:moveTo>
                <a:lnTo>
                  <a:pt x="15" y="298"/>
                </a:lnTo>
                <a:cubicBezTo>
                  <a:pt x="28" y="298"/>
                  <a:pt x="36" y="296"/>
                  <a:pt x="39" y="291"/>
                </a:cubicBezTo>
                <a:lnTo>
                  <a:pt x="39" y="287"/>
                </a:lnTo>
                <a:cubicBezTo>
                  <a:pt x="39" y="285"/>
                  <a:pt x="39" y="282"/>
                  <a:pt x="39" y="278"/>
                </a:cubicBezTo>
                <a:cubicBezTo>
                  <a:pt x="39" y="274"/>
                  <a:pt x="39" y="268"/>
                  <a:pt x="39" y="262"/>
                </a:cubicBezTo>
                <a:cubicBezTo>
                  <a:pt x="39" y="256"/>
                  <a:pt x="39" y="250"/>
                  <a:pt x="39" y="243"/>
                </a:cubicBezTo>
                <a:cubicBezTo>
                  <a:pt x="40" y="236"/>
                  <a:pt x="40" y="228"/>
                  <a:pt x="39" y="221"/>
                </a:cubicBezTo>
                <a:cubicBezTo>
                  <a:pt x="39" y="213"/>
                  <a:pt x="39" y="205"/>
                  <a:pt x="39" y="196"/>
                </a:cubicBezTo>
                <a:cubicBezTo>
                  <a:pt x="40" y="187"/>
                  <a:pt x="40" y="179"/>
                  <a:pt x="39" y="170"/>
                </a:cubicBezTo>
                <a:cubicBezTo>
                  <a:pt x="39" y="159"/>
                  <a:pt x="39" y="147"/>
                  <a:pt x="39" y="135"/>
                </a:cubicBezTo>
                <a:cubicBezTo>
                  <a:pt x="39" y="122"/>
                  <a:pt x="39" y="111"/>
                  <a:pt x="39" y="101"/>
                </a:cubicBezTo>
                <a:cubicBezTo>
                  <a:pt x="39" y="92"/>
                  <a:pt x="39" y="83"/>
                  <a:pt x="39" y="75"/>
                </a:cubicBezTo>
                <a:cubicBezTo>
                  <a:pt x="39" y="67"/>
                  <a:pt x="39" y="60"/>
                  <a:pt x="39" y="55"/>
                </a:cubicBezTo>
                <a:cubicBezTo>
                  <a:pt x="39" y="50"/>
                  <a:pt x="39" y="47"/>
                  <a:pt x="39" y="47"/>
                </a:cubicBezTo>
                <a:cubicBezTo>
                  <a:pt x="38" y="41"/>
                  <a:pt x="36" y="36"/>
                  <a:pt x="32" y="34"/>
                </a:cubicBezTo>
                <a:cubicBezTo>
                  <a:pt x="28" y="32"/>
                  <a:pt x="21" y="31"/>
                  <a:pt x="9" y="30"/>
                </a:cubicBezTo>
                <a:lnTo>
                  <a:pt x="0" y="30"/>
                </a:lnTo>
                <a:lnTo>
                  <a:pt x="0" y="18"/>
                </a:lnTo>
                <a:cubicBezTo>
                  <a:pt x="0" y="10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4" y="5"/>
                  <a:pt x="21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1" y="3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7" y="0"/>
                  <a:pt x="78" y="0"/>
                  <a:pt x="79" y="0"/>
                </a:cubicBezTo>
                <a:lnTo>
                  <a:pt x="80" y="0"/>
                </a:lnTo>
                <a:lnTo>
                  <a:pt x="80" y="13"/>
                </a:lnTo>
                <a:lnTo>
                  <a:pt x="81" y="27"/>
                </a:lnTo>
                <a:lnTo>
                  <a:pt x="85" y="24"/>
                </a:lnTo>
                <a:cubicBezTo>
                  <a:pt x="105" y="8"/>
                  <a:pt x="128" y="1"/>
                  <a:pt x="154" y="1"/>
                </a:cubicBezTo>
                <a:cubicBezTo>
                  <a:pt x="182" y="1"/>
                  <a:pt x="206" y="12"/>
                  <a:pt x="225" y="34"/>
                </a:cubicBezTo>
                <a:cubicBezTo>
                  <a:pt x="244" y="55"/>
                  <a:pt x="254" y="82"/>
                  <a:pt x="254" y="115"/>
                </a:cubicBezTo>
                <a:cubicBezTo>
                  <a:pt x="254" y="149"/>
                  <a:pt x="243" y="176"/>
                  <a:pt x="221" y="198"/>
                </a:cubicBezTo>
                <a:cubicBezTo>
                  <a:pt x="199" y="219"/>
                  <a:pt x="174" y="229"/>
                  <a:pt x="146" y="229"/>
                </a:cubicBezTo>
                <a:cubicBezTo>
                  <a:pt x="123" y="229"/>
                  <a:pt x="103" y="222"/>
                  <a:pt x="86" y="207"/>
                </a:cubicBezTo>
                <a:lnTo>
                  <a:pt x="82" y="204"/>
                </a:lnTo>
                <a:lnTo>
                  <a:pt x="82" y="246"/>
                </a:lnTo>
                <a:lnTo>
                  <a:pt x="82" y="275"/>
                </a:lnTo>
                <a:cubicBezTo>
                  <a:pt x="82" y="284"/>
                  <a:pt x="82" y="289"/>
                  <a:pt x="83" y="291"/>
                </a:cubicBezTo>
                <a:cubicBezTo>
                  <a:pt x="83" y="293"/>
                  <a:pt x="85" y="295"/>
                  <a:pt x="88" y="297"/>
                </a:cubicBezTo>
                <a:cubicBezTo>
                  <a:pt x="95" y="298"/>
                  <a:pt x="104" y="298"/>
                  <a:pt x="113" y="298"/>
                </a:cubicBezTo>
                <a:lnTo>
                  <a:pt x="121" y="298"/>
                </a:lnTo>
                <a:lnTo>
                  <a:pt x="121" y="321"/>
                </a:lnTo>
                <a:lnTo>
                  <a:pt x="117" y="321"/>
                </a:lnTo>
                <a:lnTo>
                  <a:pt x="105" y="321"/>
                </a:lnTo>
                <a:cubicBezTo>
                  <a:pt x="97" y="320"/>
                  <a:pt x="89" y="320"/>
                  <a:pt x="80" y="320"/>
                </a:cubicBezTo>
                <a:cubicBezTo>
                  <a:pt x="71" y="320"/>
                  <a:pt x="64" y="320"/>
                  <a:pt x="61" y="320"/>
                </a:cubicBezTo>
                <a:cubicBezTo>
                  <a:pt x="26" y="320"/>
                  <a:pt x="7" y="320"/>
                  <a:pt x="4" y="321"/>
                </a:cubicBezTo>
                <a:lnTo>
                  <a:pt x="0" y="321"/>
                </a:lnTo>
                <a:lnTo>
                  <a:pt x="0" y="298"/>
                </a:lnTo>
                <a:lnTo>
                  <a:pt x="8" y="298"/>
                </a:lnTo>
                <a:moveTo>
                  <a:pt x="205" y="114"/>
                </a:moveTo>
                <a:cubicBezTo>
                  <a:pt x="205" y="89"/>
                  <a:pt x="199" y="68"/>
                  <a:pt x="187" y="49"/>
                </a:cubicBezTo>
                <a:cubicBezTo>
                  <a:pt x="176" y="31"/>
                  <a:pt x="161" y="21"/>
                  <a:pt x="144" y="21"/>
                </a:cubicBezTo>
                <a:cubicBezTo>
                  <a:pt x="120" y="21"/>
                  <a:pt x="99" y="32"/>
                  <a:pt x="82" y="54"/>
                </a:cubicBezTo>
                <a:lnTo>
                  <a:pt x="82" y="174"/>
                </a:lnTo>
                <a:cubicBezTo>
                  <a:pt x="95" y="199"/>
                  <a:pt x="114" y="211"/>
                  <a:pt x="138" y="211"/>
                </a:cubicBezTo>
                <a:cubicBezTo>
                  <a:pt x="155" y="211"/>
                  <a:pt x="170" y="202"/>
                  <a:pt x="184" y="183"/>
                </a:cubicBezTo>
                <a:cubicBezTo>
                  <a:pt x="197" y="165"/>
                  <a:pt x="204" y="142"/>
                  <a:pt x="205" y="11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4349520" y="4658760"/>
            <a:ext cx="83520" cy="83520"/>
          </a:xfrm>
          <a:custGeom>
            <a:avLst/>
            <a:gdLst/>
            <a:ahLst/>
            <a:rect l="0" t="0" r="r" b="b"/>
            <a:pathLst>
              <a:path w="232" h="232">
                <a:moveTo>
                  <a:pt x="52" y="73"/>
                </a:moveTo>
                <a:cubicBezTo>
                  <a:pt x="52" y="73"/>
                  <a:pt x="48" y="73"/>
                  <a:pt x="41" y="73"/>
                </a:cubicBezTo>
                <a:cubicBezTo>
                  <a:pt x="33" y="73"/>
                  <a:pt x="27" y="71"/>
                  <a:pt x="22" y="66"/>
                </a:cubicBezTo>
                <a:cubicBezTo>
                  <a:pt x="17" y="61"/>
                  <a:pt x="15" y="53"/>
                  <a:pt x="15" y="45"/>
                </a:cubicBezTo>
                <a:cubicBezTo>
                  <a:pt x="15" y="33"/>
                  <a:pt x="20" y="23"/>
                  <a:pt x="32" y="14"/>
                </a:cubicBezTo>
                <a:cubicBezTo>
                  <a:pt x="43" y="5"/>
                  <a:pt x="63" y="0"/>
                  <a:pt x="93" y="0"/>
                </a:cubicBezTo>
                <a:cubicBezTo>
                  <a:pt x="117" y="0"/>
                  <a:pt x="137" y="6"/>
                  <a:pt x="152" y="16"/>
                </a:cubicBezTo>
                <a:cubicBezTo>
                  <a:pt x="167" y="27"/>
                  <a:pt x="177" y="40"/>
                  <a:pt x="182" y="56"/>
                </a:cubicBezTo>
                <a:cubicBezTo>
                  <a:pt x="184" y="60"/>
                  <a:pt x="185" y="65"/>
                  <a:pt x="185" y="71"/>
                </a:cubicBezTo>
                <a:cubicBezTo>
                  <a:pt x="185" y="77"/>
                  <a:pt x="185" y="96"/>
                  <a:pt x="185" y="129"/>
                </a:cubicBezTo>
                <a:lnTo>
                  <a:pt x="185" y="164"/>
                </a:lnTo>
                <a:cubicBezTo>
                  <a:pt x="185" y="180"/>
                  <a:pt x="186" y="191"/>
                  <a:pt x="188" y="198"/>
                </a:cubicBezTo>
                <a:cubicBezTo>
                  <a:pt x="189" y="204"/>
                  <a:pt x="193" y="207"/>
                  <a:pt x="198" y="207"/>
                </a:cubicBezTo>
                <a:cubicBezTo>
                  <a:pt x="203" y="207"/>
                  <a:pt x="207" y="204"/>
                  <a:pt x="208" y="199"/>
                </a:cubicBezTo>
                <a:cubicBezTo>
                  <a:pt x="210" y="193"/>
                  <a:pt x="211" y="184"/>
                  <a:pt x="211" y="172"/>
                </a:cubicBezTo>
                <a:lnTo>
                  <a:pt x="211" y="154"/>
                </a:lnTo>
                <a:lnTo>
                  <a:pt x="232" y="154"/>
                </a:lnTo>
                <a:lnTo>
                  <a:pt x="232" y="173"/>
                </a:lnTo>
                <a:cubicBezTo>
                  <a:pt x="232" y="187"/>
                  <a:pt x="231" y="195"/>
                  <a:pt x="231" y="197"/>
                </a:cubicBezTo>
                <a:cubicBezTo>
                  <a:pt x="228" y="207"/>
                  <a:pt x="221" y="215"/>
                  <a:pt x="212" y="221"/>
                </a:cubicBezTo>
                <a:cubicBezTo>
                  <a:pt x="203" y="226"/>
                  <a:pt x="194" y="229"/>
                  <a:pt x="184" y="230"/>
                </a:cubicBezTo>
                <a:cubicBezTo>
                  <a:pt x="175" y="230"/>
                  <a:pt x="167" y="227"/>
                  <a:pt x="161" y="221"/>
                </a:cubicBezTo>
                <a:cubicBezTo>
                  <a:pt x="155" y="214"/>
                  <a:pt x="151" y="207"/>
                  <a:pt x="149" y="200"/>
                </a:cubicBezTo>
                <a:lnTo>
                  <a:pt x="149" y="198"/>
                </a:lnTo>
                <a:lnTo>
                  <a:pt x="148" y="199"/>
                </a:lnTo>
                <a:cubicBezTo>
                  <a:pt x="147" y="200"/>
                  <a:pt x="146" y="201"/>
                  <a:pt x="145" y="202"/>
                </a:cubicBezTo>
                <a:cubicBezTo>
                  <a:pt x="144" y="203"/>
                  <a:pt x="143" y="205"/>
                  <a:pt x="141" y="207"/>
                </a:cubicBezTo>
                <a:cubicBezTo>
                  <a:pt x="139" y="209"/>
                  <a:pt x="137" y="210"/>
                  <a:pt x="135" y="212"/>
                </a:cubicBezTo>
                <a:cubicBezTo>
                  <a:pt x="133" y="214"/>
                  <a:pt x="130" y="216"/>
                  <a:pt x="127" y="218"/>
                </a:cubicBezTo>
                <a:cubicBezTo>
                  <a:pt x="125" y="220"/>
                  <a:pt x="122" y="222"/>
                  <a:pt x="118" y="224"/>
                </a:cubicBezTo>
                <a:cubicBezTo>
                  <a:pt x="115" y="225"/>
                  <a:pt x="111" y="226"/>
                  <a:pt x="107" y="228"/>
                </a:cubicBezTo>
                <a:cubicBezTo>
                  <a:pt x="103" y="229"/>
                  <a:pt x="99" y="230"/>
                  <a:pt x="94" y="231"/>
                </a:cubicBezTo>
                <a:cubicBezTo>
                  <a:pt x="89" y="231"/>
                  <a:pt x="84" y="232"/>
                  <a:pt x="79" y="232"/>
                </a:cubicBezTo>
                <a:cubicBezTo>
                  <a:pt x="58" y="232"/>
                  <a:pt x="40" y="227"/>
                  <a:pt x="24" y="217"/>
                </a:cubicBezTo>
                <a:cubicBezTo>
                  <a:pt x="8" y="206"/>
                  <a:pt x="0" y="192"/>
                  <a:pt x="0" y="173"/>
                </a:cubicBezTo>
                <a:cubicBezTo>
                  <a:pt x="0" y="166"/>
                  <a:pt x="1" y="159"/>
                  <a:pt x="4" y="153"/>
                </a:cubicBezTo>
                <a:cubicBezTo>
                  <a:pt x="6" y="146"/>
                  <a:pt x="10" y="139"/>
                  <a:pt x="17" y="132"/>
                </a:cubicBezTo>
                <a:cubicBezTo>
                  <a:pt x="24" y="125"/>
                  <a:pt x="32" y="119"/>
                  <a:pt x="41" y="113"/>
                </a:cubicBezTo>
                <a:cubicBezTo>
                  <a:pt x="51" y="108"/>
                  <a:pt x="64" y="104"/>
                  <a:pt x="81" y="99"/>
                </a:cubicBezTo>
                <a:cubicBezTo>
                  <a:pt x="97" y="95"/>
                  <a:pt x="116" y="92"/>
                  <a:pt x="136" y="92"/>
                </a:cubicBezTo>
                <a:lnTo>
                  <a:pt x="143" y="92"/>
                </a:lnTo>
                <a:lnTo>
                  <a:pt x="143" y="81"/>
                </a:lnTo>
                <a:cubicBezTo>
                  <a:pt x="143" y="69"/>
                  <a:pt x="142" y="61"/>
                  <a:pt x="140" y="56"/>
                </a:cubicBezTo>
                <a:cubicBezTo>
                  <a:pt x="133" y="31"/>
                  <a:pt x="116" y="19"/>
                  <a:pt x="91" y="19"/>
                </a:cubicBezTo>
                <a:cubicBezTo>
                  <a:pt x="85" y="19"/>
                  <a:pt x="79" y="19"/>
                  <a:pt x="74" y="19"/>
                </a:cubicBezTo>
                <a:cubicBezTo>
                  <a:pt x="69" y="20"/>
                  <a:pt x="64" y="20"/>
                  <a:pt x="61" y="21"/>
                </a:cubicBezTo>
                <a:cubicBezTo>
                  <a:pt x="58" y="22"/>
                  <a:pt x="57" y="23"/>
                  <a:pt x="57" y="23"/>
                </a:cubicBezTo>
                <a:cubicBezTo>
                  <a:pt x="65" y="28"/>
                  <a:pt x="69" y="35"/>
                  <a:pt x="69" y="45"/>
                </a:cubicBezTo>
                <a:cubicBezTo>
                  <a:pt x="69" y="53"/>
                  <a:pt x="66" y="61"/>
                  <a:pt x="60" y="66"/>
                </a:cubicBezTo>
                <a:lnTo>
                  <a:pt x="52" y="73"/>
                </a:lnTo>
                <a:moveTo>
                  <a:pt x="46" y="173"/>
                </a:moveTo>
                <a:cubicBezTo>
                  <a:pt x="46" y="184"/>
                  <a:pt x="50" y="193"/>
                  <a:pt x="58" y="201"/>
                </a:cubicBezTo>
                <a:cubicBezTo>
                  <a:pt x="66" y="209"/>
                  <a:pt x="76" y="213"/>
                  <a:pt x="88" y="214"/>
                </a:cubicBezTo>
                <a:cubicBezTo>
                  <a:pt x="101" y="214"/>
                  <a:pt x="112" y="210"/>
                  <a:pt x="122" y="202"/>
                </a:cubicBezTo>
                <a:cubicBezTo>
                  <a:pt x="132" y="194"/>
                  <a:pt x="138" y="184"/>
                  <a:pt x="141" y="172"/>
                </a:cubicBezTo>
                <a:cubicBezTo>
                  <a:pt x="142" y="169"/>
                  <a:pt x="143" y="158"/>
                  <a:pt x="143" y="139"/>
                </a:cubicBezTo>
                <a:cubicBezTo>
                  <a:pt x="143" y="119"/>
                  <a:pt x="143" y="109"/>
                  <a:pt x="142" y="109"/>
                </a:cubicBezTo>
                <a:cubicBezTo>
                  <a:pt x="140" y="109"/>
                  <a:pt x="136" y="110"/>
                  <a:pt x="132" y="110"/>
                </a:cubicBezTo>
                <a:cubicBezTo>
                  <a:pt x="128" y="110"/>
                  <a:pt x="120" y="112"/>
                  <a:pt x="109" y="114"/>
                </a:cubicBezTo>
                <a:cubicBezTo>
                  <a:pt x="99" y="117"/>
                  <a:pt x="89" y="121"/>
                  <a:pt x="80" y="125"/>
                </a:cubicBezTo>
                <a:cubicBezTo>
                  <a:pt x="71" y="129"/>
                  <a:pt x="64" y="135"/>
                  <a:pt x="57" y="143"/>
                </a:cubicBezTo>
                <a:cubicBezTo>
                  <a:pt x="50" y="152"/>
                  <a:pt x="47" y="162"/>
                  <a:pt x="46" y="17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4437720" y="4659840"/>
            <a:ext cx="62640" cy="80640"/>
          </a:xfrm>
          <a:custGeom>
            <a:avLst/>
            <a:gdLst/>
            <a:ahLst/>
            <a:rect l="0" t="0" r="r" b="b"/>
            <a:pathLst>
              <a:path w="174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6" y="198"/>
                  <a:pt x="38" y="194"/>
                </a:cubicBezTo>
                <a:lnTo>
                  <a:pt x="38" y="189"/>
                </a:lnTo>
                <a:cubicBezTo>
                  <a:pt x="38" y="186"/>
                  <a:pt x="38" y="183"/>
                  <a:pt x="38" y="178"/>
                </a:cubicBezTo>
                <a:cubicBezTo>
                  <a:pt x="38" y="173"/>
                  <a:pt x="39" y="168"/>
                  <a:pt x="39" y="162"/>
                </a:cubicBezTo>
                <a:cubicBezTo>
                  <a:pt x="39" y="157"/>
                  <a:pt x="39" y="150"/>
                  <a:pt x="39" y="143"/>
                </a:cubicBezTo>
                <a:cubicBezTo>
                  <a:pt x="39" y="135"/>
                  <a:pt x="39" y="128"/>
                  <a:pt x="39" y="122"/>
                </a:cubicBezTo>
                <a:cubicBezTo>
                  <a:pt x="39" y="111"/>
                  <a:pt x="39" y="100"/>
                  <a:pt x="39" y="88"/>
                </a:cubicBezTo>
                <a:cubicBezTo>
                  <a:pt x="39" y="77"/>
                  <a:pt x="39" y="67"/>
                  <a:pt x="39" y="59"/>
                </a:cubicBezTo>
                <a:lnTo>
                  <a:pt x="38" y="47"/>
                </a:lnTo>
                <a:cubicBezTo>
                  <a:pt x="37" y="40"/>
                  <a:pt x="35" y="35"/>
                  <a:pt x="31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0" y="4"/>
                </a:cubicBezTo>
                <a:cubicBezTo>
                  <a:pt x="26" y="4"/>
                  <a:pt x="32" y="4"/>
                  <a:pt x="38" y="3"/>
                </a:cubicBezTo>
                <a:cubicBezTo>
                  <a:pt x="44" y="3"/>
                  <a:pt x="50" y="3"/>
                  <a:pt x="57" y="2"/>
                </a:cubicBezTo>
                <a:cubicBezTo>
                  <a:pt x="63" y="2"/>
                  <a:pt x="68" y="1"/>
                  <a:pt x="71" y="1"/>
                </a:cubicBezTo>
                <a:cubicBezTo>
                  <a:pt x="74" y="0"/>
                  <a:pt x="76" y="0"/>
                  <a:pt x="77" y="0"/>
                </a:cubicBezTo>
                <a:lnTo>
                  <a:pt x="78" y="0"/>
                </a:lnTo>
                <a:lnTo>
                  <a:pt x="78" y="35"/>
                </a:lnTo>
                <a:cubicBezTo>
                  <a:pt x="91" y="12"/>
                  <a:pt x="108" y="1"/>
                  <a:pt x="127" y="1"/>
                </a:cubicBezTo>
                <a:lnTo>
                  <a:pt x="130" y="1"/>
                </a:lnTo>
                <a:cubicBezTo>
                  <a:pt x="145" y="1"/>
                  <a:pt x="156" y="4"/>
                  <a:pt x="163" y="12"/>
                </a:cubicBezTo>
                <a:cubicBezTo>
                  <a:pt x="170" y="19"/>
                  <a:pt x="174" y="27"/>
                  <a:pt x="174" y="35"/>
                </a:cubicBezTo>
                <a:cubicBezTo>
                  <a:pt x="174" y="42"/>
                  <a:pt x="172" y="49"/>
                  <a:pt x="167" y="54"/>
                </a:cubicBezTo>
                <a:cubicBezTo>
                  <a:pt x="163" y="59"/>
                  <a:pt x="156" y="62"/>
                  <a:pt x="148" y="62"/>
                </a:cubicBezTo>
                <a:cubicBezTo>
                  <a:pt x="140" y="62"/>
                  <a:pt x="134" y="59"/>
                  <a:pt x="129" y="54"/>
                </a:cubicBezTo>
                <a:cubicBezTo>
                  <a:pt x="125" y="48"/>
                  <a:pt x="123" y="42"/>
                  <a:pt x="123" y="35"/>
                </a:cubicBezTo>
                <a:cubicBezTo>
                  <a:pt x="123" y="32"/>
                  <a:pt x="123" y="30"/>
                  <a:pt x="124" y="27"/>
                </a:cubicBezTo>
                <a:cubicBezTo>
                  <a:pt x="125" y="25"/>
                  <a:pt x="125" y="23"/>
                  <a:pt x="126" y="21"/>
                </a:cubicBezTo>
                <a:cubicBezTo>
                  <a:pt x="127" y="20"/>
                  <a:pt x="128" y="19"/>
                  <a:pt x="128" y="19"/>
                </a:cubicBezTo>
                <a:cubicBezTo>
                  <a:pt x="127" y="18"/>
                  <a:pt x="123" y="19"/>
                  <a:pt x="116" y="21"/>
                </a:cubicBezTo>
                <a:cubicBezTo>
                  <a:pt x="111" y="24"/>
                  <a:pt x="107" y="26"/>
                  <a:pt x="104" y="28"/>
                </a:cubicBezTo>
                <a:cubicBezTo>
                  <a:pt x="89" y="45"/>
                  <a:pt x="81" y="75"/>
                  <a:pt x="81" y="120"/>
                </a:cubicBezTo>
                <a:lnTo>
                  <a:pt x="81" y="146"/>
                </a:lnTo>
                <a:cubicBezTo>
                  <a:pt x="81" y="151"/>
                  <a:pt x="81" y="155"/>
                  <a:pt x="81" y="160"/>
                </a:cubicBezTo>
                <a:cubicBezTo>
                  <a:pt x="81" y="164"/>
                  <a:pt x="81" y="169"/>
                  <a:pt x="81" y="173"/>
                </a:cubicBezTo>
                <a:cubicBezTo>
                  <a:pt x="81" y="177"/>
                  <a:pt x="81" y="180"/>
                  <a:pt x="81" y="183"/>
                </a:cubicBezTo>
                <a:cubicBezTo>
                  <a:pt x="82" y="186"/>
                  <a:pt x="82" y="188"/>
                  <a:pt x="81" y="190"/>
                </a:cubicBezTo>
                <a:lnTo>
                  <a:pt x="81" y="193"/>
                </a:lnTo>
                <a:cubicBezTo>
                  <a:pt x="82" y="194"/>
                  <a:pt x="82" y="194"/>
                  <a:pt x="83" y="195"/>
                </a:cubicBezTo>
                <a:cubicBezTo>
                  <a:pt x="83" y="196"/>
                  <a:pt x="84" y="196"/>
                  <a:pt x="85" y="197"/>
                </a:cubicBezTo>
                <a:cubicBezTo>
                  <a:pt x="86" y="197"/>
                  <a:pt x="87" y="197"/>
                  <a:pt x="88" y="198"/>
                </a:cubicBezTo>
                <a:cubicBezTo>
                  <a:pt x="88" y="199"/>
                  <a:pt x="90" y="199"/>
                  <a:pt x="91" y="199"/>
                </a:cubicBezTo>
                <a:cubicBezTo>
                  <a:pt x="93" y="199"/>
                  <a:pt x="94" y="199"/>
                  <a:pt x="95" y="200"/>
                </a:cubicBezTo>
                <a:cubicBezTo>
                  <a:pt x="95" y="200"/>
                  <a:pt x="97" y="200"/>
                  <a:pt x="99" y="200"/>
                </a:cubicBezTo>
                <a:cubicBezTo>
                  <a:pt x="102" y="200"/>
                  <a:pt x="103" y="200"/>
                  <a:pt x="104" y="200"/>
                </a:cubicBezTo>
                <a:cubicBezTo>
                  <a:pt x="104" y="200"/>
                  <a:pt x="106" y="200"/>
                  <a:pt x="109" y="201"/>
                </a:cubicBezTo>
                <a:cubicBezTo>
                  <a:pt x="112" y="201"/>
                  <a:pt x="113" y="201"/>
                  <a:pt x="114" y="201"/>
                </a:cubicBezTo>
                <a:lnTo>
                  <a:pt x="129" y="201"/>
                </a:lnTo>
                <a:lnTo>
                  <a:pt x="129" y="224"/>
                </a:lnTo>
                <a:lnTo>
                  <a:pt x="125" y="224"/>
                </a:lnTo>
                <a:cubicBezTo>
                  <a:pt x="119" y="223"/>
                  <a:pt x="98" y="222"/>
                  <a:pt x="61" y="222"/>
                </a:cubicBezTo>
                <a:cubicBezTo>
                  <a:pt x="25" y="222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4510800" y="4658760"/>
            <a:ext cx="59760" cy="83520"/>
          </a:xfrm>
          <a:custGeom>
            <a:avLst/>
            <a:gdLst/>
            <a:ahLst/>
            <a:rect l="0" t="0" r="r" b="b"/>
            <a:pathLst>
              <a:path w="166" h="232">
                <a:moveTo>
                  <a:pt x="133" y="68"/>
                </a:moveTo>
                <a:cubicBezTo>
                  <a:pt x="133" y="53"/>
                  <a:pt x="129" y="42"/>
                  <a:pt x="120" y="32"/>
                </a:cubicBezTo>
                <a:cubicBezTo>
                  <a:pt x="111" y="22"/>
                  <a:pt x="98" y="17"/>
                  <a:pt x="80" y="17"/>
                </a:cubicBezTo>
                <a:cubicBezTo>
                  <a:pt x="68" y="17"/>
                  <a:pt x="58" y="20"/>
                  <a:pt x="49" y="24"/>
                </a:cubicBezTo>
                <a:cubicBezTo>
                  <a:pt x="39" y="30"/>
                  <a:pt x="34" y="39"/>
                  <a:pt x="34" y="50"/>
                </a:cubicBezTo>
                <a:cubicBezTo>
                  <a:pt x="34" y="52"/>
                  <a:pt x="34" y="55"/>
                  <a:pt x="34" y="58"/>
                </a:cubicBezTo>
                <a:cubicBezTo>
                  <a:pt x="35" y="60"/>
                  <a:pt x="37" y="64"/>
                  <a:pt x="42" y="70"/>
                </a:cubicBezTo>
                <a:cubicBezTo>
                  <a:pt x="47" y="75"/>
                  <a:pt x="54" y="79"/>
                  <a:pt x="64" y="82"/>
                </a:cubicBezTo>
                <a:cubicBezTo>
                  <a:pt x="70" y="84"/>
                  <a:pt x="77" y="85"/>
                  <a:pt x="86" y="87"/>
                </a:cubicBezTo>
                <a:cubicBezTo>
                  <a:pt x="95" y="88"/>
                  <a:pt x="102" y="90"/>
                  <a:pt x="108" y="91"/>
                </a:cubicBezTo>
                <a:cubicBezTo>
                  <a:pt x="114" y="93"/>
                  <a:pt x="120" y="95"/>
                  <a:pt x="124" y="98"/>
                </a:cubicBezTo>
                <a:cubicBezTo>
                  <a:pt x="130" y="101"/>
                  <a:pt x="135" y="104"/>
                  <a:pt x="141" y="108"/>
                </a:cubicBezTo>
                <a:cubicBezTo>
                  <a:pt x="146" y="112"/>
                  <a:pt x="152" y="119"/>
                  <a:pt x="157" y="129"/>
                </a:cubicBezTo>
                <a:cubicBezTo>
                  <a:pt x="162" y="138"/>
                  <a:pt x="165" y="149"/>
                  <a:pt x="166" y="160"/>
                </a:cubicBezTo>
                <a:cubicBezTo>
                  <a:pt x="166" y="181"/>
                  <a:pt x="159" y="198"/>
                  <a:pt x="146" y="211"/>
                </a:cubicBezTo>
                <a:cubicBezTo>
                  <a:pt x="134" y="225"/>
                  <a:pt x="113" y="231"/>
                  <a:pt x="84" y="232"/>
                </a:cubicBezTo>
                <a:lnTo>
                  <a:pt x="80" y="232"/>
                </a:lnTo>
                <a:cubicBezTo>
                  <a:pt x="63" y="232"/>
                  <a:pt x="47" y="226"/>
                  <a:pt x="32" y="214"/>
                </a:cubicBezTo>
                <a:lnTo>
                  <a:pt x="28" y="217"/>
                </a:lnTo>
                <a:lnTo>
                  <a:pt x="24" y="222"/>
                </a:lnTo>
                <a:cubicBezTo>
                  <a:pt x="22" y="224"/>
                  <a:pt x="20" y="226"/>
                  <a:pt x="18" y="227"/>
                </a:cubicBezTo>
                <a:lnTo>
                  <a:pt x="11" y="232"/>
                </a:lnTo>
                <a:lnTo>
                  <a:pt x="7" y="232"/>
                </a:lnTo>
                <a:lnTo>
                  <a:pt x="5" y="232"/>
                </a:lnTo>
                <a:cubicBezTo>
                  <a:pt x="4" y="232"/>
                  <a:pt x="2" y="231"/>
                  <a:pt x="0" y="229"/>
                </a:cubicBezTo>
                <a:lnTo>
                  <a:pt x="0" y="189"/>
                </a:lnTo>
                <a:lnTo>
                  <a:pt x="0" y="160"/>
                </a:lnTo>
                <a:cubicBezTo>
                  <a:pt x="0" y="153"/>
                  <a:pt x="1" y="149"/>
                  <a:pt x="1" y="148"/>
                </a:cubicBezTo>
                <a:cubicBezTo>
                  <a:pt x="2" y="146"/>
                  <a:pt x="4" y="146"/>
                  <a:pt x="6" y="145"/>
                </a:cubicBezTo>
                <a:lnTo>
                  <a:pt x="11" y="145"/>
                </a:lnTo>
                <a:cubicBezTo>
                  <a:pt x="15" y="145"/>
                  <a:pt x="19" y="146"/>
                  <a:pt x="20" y="147"/>
                </a:cubicBezTo>
                <a:cubicBezTo>
                  <a:pt x="21" y="149"/>
                  <a:pt x="22" y="151"/>
                  <a:pt x="23" y="153"/>
                </a:cubicBezTo>
                <a:cubicBezTo>
                  <a:pt x="23" y="156"/>
                  <a:pt x="24" y="160"/>
                  <a:pt x="26" y="167"/>
                </a:cubicBezTo>
                <a:cubicBezTo>
                  <a:pt x="28" y="173"/>
                  <a:pt x="31" y="180"/>
                  <a:pt x="36" y="188"/>
                </a:cubicBezTo>
                <a:cubicBezTo>
                  <a:pt x="47" y="205"/>
                  <a:pt x="64" y="214"/>
                  <a:pt x="84" y="214"/>
                </a:cubicBezTo>
                <a:cubicBezTo>
                  <a:pt x="117" y="214"/>
                  <a:pt x="133" y="201"/>
                  <a:pt x="133" y="174"/>
                </a:cubicBezTo>
                <a:cubicBezTo>
                  <a:pt x="133" y="165"/>
                  <a:pt x="130" y="157"/>
                  <a:pt x="124" y="151"/>
                </a:cubicBezTo>
                <a:cubicBezTo>
                  <a:pt x="118" y="143"/>
                  <a:pt x="104" y="137"/>
                  <a:pt x="82" y="133"/>
                </a:cubicBezTo>
                <a:cubicBezTo>
                  <a:pt x="61" y="129"/>
                  <a:pt x="47" y="125"/>
                  <a:pt x="41" y="121"/>
                </a:cubicBezTo>
                <a:cubicBezTo>
                  <a:pt x="29" y="115"/>
                  <a:pt x="19" y="108"/>
                  <a:pt x="11" y="98"/>
                </a:cubicBezTo>
                <a:cubicBezTo>
                  <a:pt x="4" y="88"/>
                  <a:pt x="0" y="78"/>
                  <a:pt x="0" y="67"/>
                </a:cubicBezTo>
                <a:cubicBezTo>
                  <a:pt x="0" y="53"/>
                  <a:pt x="3" y="42"/>
                  <a:pt x="9" y="32"/>
                </a:cubicBezTo>
                <a:cubicBezTo>
                  <a:pt x="15" y="23"/>
                  <a:pt x="23" y="17"/>
                  <a:pt x="32" y="12"/>
                </a:cubicBezTo>
                <a:cubicBezTo>
                  <a:pt x="40" y="8"/>
                  <a:pt x="49" y="5"/>
                  <a:pt x="57" y="3"/>
                </a:cubicBezTo>
                <a:cubicBezTo>
                  <a:pt x="65" y="2"/>
                  <a:pt x="72" y="1"/>
                  <a:pt x="79" y="1"/>
                </a:cubicBezTo>
                <a:lnTo>
                  <a:pt x="84" y="1"/>
                </a:lnTo>
                <a:cubicBezTo>
                  <a:pt x="98" y="1"/>
                  <a:pt x="110" y="3"/>
                  <a:pt x="120" y="8"/>
                </a:cubicBezTo>
                <a:lnTo>
                  <a:pt x="127" y="12"/>
                </a:lnTo>
                <a:lnTo>
                  <a:pt x="132" y="9"/>
                </a:lnTo>
                <a:cubicBezTo>
                  <a:pt x="135" y="6"/>
                  <a:pt x="139" y="3"/>
                  <a:pt x="143" y="0"/>
                </a:cubicBezTo>
                <a:lnTo>
                  <a:pt x="147" y="0"/>
                </a:lnTo>
                <a:lnTo>
                  <a:pt x="149" y="0"/>
                </a:lnTo>
                <a:cubicBezTo>
                  <a:pt x="150" y="0"/>
                  <a:pt x="151" y="1"/>
                  <a:pt x="153" y="3"/>
                </a:cubicBezTo>
                <a:lnTo>
                  <a:pt x="153" y="71"/>
                </a:lnTo>
                <a:lnTo>
                  <a:pt x="150" y="74"/>
                </a:lnTo>
                <a:lnTo>
                  <a:pt x="136" y="74"/>
                </a:lnTo>
                <a:cubicBezTo>
                  <a:pt x="134" y="72"/>
                  <a:pt x="133" y="70"/>
                  <a:pt x="133" y="6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4581360" y="4658760"/>
            <a:ext cx="70560" cy="83520"/>
          </a:xfrm>
          <a:custGeom>
            <a:avLst/>
            <a:gdLst/>
            <a:ahLst/>
            <a:rect l="0" t="0" r="r" b="b"/>
            <a:pathLst>
              <a:path w="196" h="232">
                <a:moveTo>
                  <a:pt x="0" y="117"/>
                </a:moveTo>
                <a:cubicBezTo>
                  <a:pt x="0" y="99"/>
                  <a:pt x="4" y="82"/>
                  <a:pt x="10" y="67"/>
                </a:cubicBezTo>
                <a:cubicBezTo>
                  <a:pt x="17" y="51"/>
                  <a:pt x="25" y="38"/>
                  <a:pt x="35" y="29"/>
                </a:cubicBezTo>
                <a:cubicBezTo>
                  <a:pt x="46" y="20"/>
                  <a:pt x="56" y="12"/>
                  <a:pt x="68" y="8"/>
                </a:cubicBezTo>
                <a:cubicBezTo>
                  <a:pt x="80" y="3"/>
                  <a:pt x="91" y="1"/>
                  <a:pt x="101" y="0"/>
                </a:cubicBezTo>
                <a:cubicBezTo>
                  <a:pt x="119" y="0"/>
                  <a:pt x="134" y="3"/>
                  <a:pt x="147" y="9"/>
                </a:cubicBezTo>
                <a:cubicBezTo>
                  <a:pt x="160" y="15"/>
                  <a:pt x="170" y="24"/>
                  <a:pt x="177" y="34"/>
                </a:cubicBezTo>
                <a:cubicBezTo>
                  <a:pt x="184" y="45"/>
                  <a:pt x="189" y="57"/>
                  <a:pt x="191" y="68"/>
                </a:cubicBezTo>
                <a:cubicBezTo>
                  <a:pt x="194" y="78"/>
                  <a:pt x="196" y="90"/>
                  <a:pt x="196" y="103"/>
                </a:cubicBezTo>
                <a:cubicBezTo>
                  <a:pt x="196" y="106"/>
                  <a:pt x="195" y="108"/>
                  <a:pt x="192" y="110"/>
                </a:cubicBezTo>
                <a:lnTo>
                  <a:pt x="50" y="110"/>
                </a:lnTo>
                <a:lnTo>
                  <a:pt x="50" y="118"/>
                </a:lnTo>
                <a:cubicBezTo>
                  <a:pt x="50" y="168"/>
                  <a:pt x="66" y="198"/>
                  <a:pt x="100" y="209"/>
                </a:cubicBezTo>
                <a:cubicBezTo>
                  <a:pt x="107" y="211"/>
                  <a:pt x="114" y="212"/>
                  <a:pt x="122" y="212"/>
                </a:cubicBezTo>
                <a:cubicBezTo>
                  <a:pt x="136" y="212"/>
                  <a:pt x="148" y="206"/>
                  <a:pt x="158" y="195"/>
                </a:cubicBezTo>
                <a:cubicBezTo>
                  <a:pt x="164" y="190"/>
                  <a:pt x="168" y="183"/>
                  <a:pt x="172" y="174"/>
                </a:cubicBezTo>
                <a:lnTo>
                  <a:pt x="178" y="162"/>
                </a:lnTo>
                <a:cubicBezTo>
                  <a:pt x="179" y="161"/>
                  <a:pt x="182" y="161"/>
                  <a:pt x="186" y="161"/>
                </a:cubicBezTo>
                <a:lnTo>
                  <a:pt x="187" y="161"/>
                </a:lnTo>
                <a:cubicBezTo>
                  <a:pt x="193" y="161"/>
                  <a:pt x="196" y="162"/>
                  <a:pt x="196" y="166"/>
                </a:cubicBezTo>
                <a:cubicBezTo>
                  <a:pt x="196" y="167"/>
                  <a:pt x="195" y="169"/>
                  <a:pt x="194" y="172"/>
                </a:cubicBezTo>
                <a:cubicBezTo>
                  <a:pt x="188" y="191"/>
                  <a:pt x="178" y="205"/>
                  <a:pt x="162" y="216"/>
                </a:cubicBezTo>
                <a:cubicBezTo>
                  <a:pt x="147" y="227"/>
                  <a:pt x="130" y="232"/>
                  <a:pt x="112" y="232"/>
                </a:cubicBezTo>
                <a:cubicBezTo>
                  <a:pt x="80" y="232"/>
                  <a:pt x="54" y="221"/>
                  <a:pt x="32" y="198"/>
                </a:cubicBezTo>
                <a:cubicBezTo>
                  <a:pt x="11" y="174"/>
                  <a:pt x="1" y="148"/>
                  <a:pt x="0" y="117"/>
                </a:cubicBezTo>
                <a:moveTo>
                  <a:pt x="154" y="88"/>
                </a:moveTo>
                <a:cubicBezTo>
                  <a:pt x="150" y="44"/>
                  <a:pt x="134" y="22"/>
                  <a:pt x="106" y="19"/>
                </a:cubicBezTo>
                <a:lnTo>
                  <a:pt x="105" y="19"/>
                </a:lnTo>
                <a:cubicBezTo>
                  <a:pt x="102" y="19"/>
                  <a:pt x="100" y="19"/>
                  <a:pt x="97" y="19"/>
                </a:cubicBezTo>
                <a:cubicBezTo>
                  <a:pt x="94" y="20"/>
                  <a:pt x="90" y="21"/>
                  <a:pt x="84" y="23"/>
                </a:cubicBezTo>
                <a:cubicBezTo>
                  <a:pt x="79" y="26"/>
                  <a:pt x="74" y="29"/>
                  <a:pt x="70" y="34"/>
                </a:cubicBezTo>
                <a:cubicBezTo>
                  <a:pt x="66" y="39"/>
                  <a:pt x="62" y="46"/>
                  <a:pt x="58" y="56"/>
                </a:cubicBezTo>
                <a:cubicBezTo>
                  <a:pt x="54" y="65"/>
                  <a:pt x="52" y="76"/>
                  <a:pt x="50" y="89"/>
                </a:cubicBezTo>
                <a:lnTo>
                  <a:pt x="50" y="92"/>
                </a:lnTo>
                <a:lnTo>
                  <a:pt x="154" y="92"/>
                </a:lnTo>
                <a:lnTo>
                  <a:pt x="154" y="88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4755240" y="4607640"/>
            <a:ext cx="171000" cy="60120"/>
          </a:xfrm>
          <a:custGeom>
            <a:avLst/>
            <a:gdLst/>
            <a:ahLst/>
            <a:rect l="0" t="0" r="r" b="b"/>
            <a:pathLst>
              <a:path w="475" h="167">
                <a:moveTo>
                  <a:pt x="0" y="14"/>
                </a:moveTo>
                <a:cubicBezTo>
                  <a:pt x="0" y="8"/>
                  <a:pt x="3" y="3"/>
                  <a:pt x="10" y="0"/>
                </a:cubicBezTo>
                <a:lnTo>
                  <a:pt x="464" y="0"/>
                </a:lnTo>
                <a:cubicBezTo>
                  <a:pt x="471" y="3"/>
                  <a:pt x="475" y="8"/>
                  <a:pt x="475" y="14"/>
                </a:cubicBezTo>
                <a:cubicBezTo>
                  <a:pt x="475" y="19"/>
                  <a:pt x="472" y="24"/>
                  <a:pt x="465" y="27"/>
                </a:cubicBezTo>
                <a:lnTo>
                  <a:pt x="238" y="28"/>
                </a:lnTo>
                <a:lnTo>
                  <a:pt x="11" y="28"/>
                </a:lnTo>
                <a:cubicBezTo>
                  <a:pt x="4" y="26"/>
                  <a:pt x="0" y="21"/>
                  <a:pt x="0" y="14"/>
                </a:cubicBezTo>
                <a:moveTo>
                  <a:pt x="0" y="153"/>
                </a:moveTo>
                <a:cubicBezTo>
                  <a:pt x="0" y="146"/>
                  <a:pt x="4" y="141"/>
                  <a:pt x="11" y="139"/>
                </a:cubicBezTo>
                <a:lnTo>
                  <a:pt x="465" y="139"/>
                </a:lnTo>
                <a:cubicBezTo>
                  <a:pt x="472" y="144"/>
                  <a:pt x="475" y="148"/>
                  <a:pt x="475" y="153"/>
                </a:cubicBezTo>
                <a:cubicBezTo>
                  <a:pt x="475" y="159"/>
                  <a:pt x="471" y="164"/>
                  <a:pt x="464" y="167"/>
                </a:cubicBezTo>
                <a:lnTo>
                  <a:pt x="10" y="167"/>
                </a:lnTo>
                <a:cubicBezTo>
                  <a:pt x="3" y="164"/>
                  <a:pt x="0" y="159"/>
                  <a:pt x="0" y="15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025600" y="4458240"/>
            <a:ext cx="342000" cy="358920"/>
          </a:xfrm>
          <a:custGeom>
            <a:avLst/>
            <a:gdLst/>
            <a:ahLst/>
            <a:rect l="0" t="0" r="r" b="b"/>
            <a:pathLst>
              <a:path w="950" h="997">
                <a:moveTo>
                  <a:pt x="3" y="1"/>
                </a:moveTo>
                <a:cubicBezTo>
                  <a:pt x="5" y="0"/>
                  <a:pt x="148" y="0"/>
                  <a:pt x="434" y="0"/>
                </a:cubicBezTo>
                <a:lnTo>
                  <a:pt x="863" y="0"/>
                </a:lnTo>
                <a:lnTo>
                  <a:pt x="905" y="97"/>
                </a:lnTo>
                <a:cubicBezTo>
                  <a:pt x="933" y="162"/>
                  <a:pt x="948" y="197"/>
                  <a:pt x="950" y="201"/>
                </a:cubicBezTo>
                <a:lnTo>
                  <a:pt x="921" y="201"/>
                </a:lnTo>
                <a:lnTo>
                  <a:pt x="916" y="191"/>
                </a:lnTo>
                <a:cubicBezTo>
                  <a:pt x="906" y="171"/>
                  <a:pt x="893" y="153"/>
                  <a:pt x="876" y="135"/>
                </a:cubicBezTo>
                <a:cubicBezTo>
                  <a:pt x="853" y="112"/>
                  <a:pt x="826" y="94"/>
                  <a:pt x="797" y="80"/>
                </a:cubicBezTo>
                <a:cubicBezTo>
                  <a:pt x="768" y="67"/>
                  <a:pt x="734" y="55"/>
                  <a:pt x="696" y="49"/>
                </a:cubicBezTo>
                <a:cubicBezTo>
                  <a:pt x="658" y="42"/>
                  <a:pt x="622" y="38"/>
                  <a:pt x="588" y="37"/>
                </a:cubicBezTo>
                <a:cubicBezTo>
                  <a:pt x="555" y="35"/>
                  <a:pt x="511" y="34"/>
                  <a:pt x="458" y="34"/>
                </a:cubicBezTo>
                <a:lnTo>
                  <a:pt x="369" y="34"/>
                </a:lnTo>
                <a:lnTo>
                  <a:pt x="347" y="34"/>
                </a:lnTo>
                <a:lnTo>
                  <a:pt x="139" y="34"/>
                </a:lnTo>
                <a:lnTo>
                  <a:pt x="145" y="42"/>
                </a:lnTo>
                <a:cubicBezTo>
                  <a:pt x="365" y="343"/>
                  <a:pt x="475" y="495"/>
                  <a:pt x="476" y="498"/>
                </a:cubicBezTo>
                <a:cubicBezTo>
                  <a:pt x="476" y="499"/>
                  <a:pt x="476" y="500"/>
                  <a:pt x="476" y="502"/>
                </a:cubicBezTo>
                <a:cubicBezTo>
                  <a:pt x="475" y="503"/>
                  <a:pt x="412" y="575"/>
                  <a:pt x="288" y="717"/>
                </a:cubicBezTo>
                <a:lnTo>
                  <a:pt x="100" y="930"/>
                </a:lnTo>
                <a:cubicBezTo>
                  <a:pt x="100" y="931"/>
                  <a:pt x="150" y="931"/>
                  <a:pt x="250" y="931"/>
                </a:cubicBezTo>
                <a:cubicBezTo>
                  <a:pt x="275" y="931"/>
                  <a:pt x="308" y="931"/>
                  <a:pt x="351" y="931"/>
                </a:cubicBezTo>
                <a:cubicBezTo>
                  <a:pt x="393" y="931"/>
                  <a:pt x="423" y="931"/>
                  <a:pt x="442" y="932"/>
                </a:cubicBezTo>
                <a:cubicBezTo>
                  <a:pt x="506" y="932"/>
                  <a:pt x="559" y="931"/>
                  <a:pt x="598" y="928"/>
                </a:cubicBezTo>
                <a:cubicBezTo>
                  <a:pt x="638" y="926"/>
                  <a:pt x="678" y="921"/>
                  <a:pt x="717" y="913"/>
                </a:cubicBezTo>
                <a:cubicBezTo>
                  <a:pt x="758" y="906"/>
                  <a:pt x="791" y="894"/>
                  <a:pt x="819" y="878"/>
                </a:cubicBezTo>
                <a:cubicBezTo>
                  <a:pt x="846" y="863"/>
                  <a:pt x="871" y="842"/>
                  <a:pt x="892" y="816"/>
                </a:cubicBezTo>
                <a:cubicBezTo>
                  <a:pt x="902" y="804"/>
                  <a:pt x="912" y="787"/>
                  <a:pt x="921" y="765"/>
                </a:cubicBezTo>
                <a:lnTo>
                  <a:pt x="950" y="765"/>
                </a:lnTo>
                <a:cubicBezTo>
                  <a:pt x="950" y="766"/>
                  <a:pt x="948" y="771"/>
                  <a:pt x="945" y="780"/>
                </a:cubicBezTo>
                <a:cubicBezTo>
                  <a:pt x="941" y="790"/>
                  <a:pt x="935" y="805"/>
                  <a:pt x="927" y="826"/>
                </a:cubicBezTo>
                <a:cubicBezTo>
                  <a:pt x="918" y="848"/>
                  <a:pt x="911" y="868"/>
                  <a:pt x="905" y="886"/>
                </a:cubicBezTo>
                <a:lnTo>
                  <a:pt x="863" y="997"/>
                </a:lnTo>
                <a:lnTo>
                  <a:pt x="435" y="997"/>
                </a:lnTo>
                <a:cubicBezTo>
                  <a:pt x="149" y="997"/>
                  <a:pt x="5" y="997"/>
                  <a:pt x="4" y="996"/>
                </a:cubicBezTo>
                <a:cubicBezTo>
                  <a:pt x="1" y="995"/>
                  <a:pt x="0" y="993"/>
                  <a:pt x="0" y="989"/>
                </a:cubicBezTo>
                <a:cubicBezTo>
                  <a:pt x="0" y="988"/>
                  <a:pt x="0" y="987"/>
                  <a:pt x="1" y="985"/>
                </a:cubicBezTo>
                <a:lnTo>
                  <a:pt x="381" y="551"/>
                </a:lnTo>
                <a:cubicBezTo>
                  <a:pt x="381" y="550"/>
                  <a:pt x="373" y="540"/>
                  <a:pt x="357" y="519"/>
                </a:cubicBezTo>
                <a:cubicBezTo>
                  <a:pt x="341" y="498"/>
                  <a:pt x="316" y="464"/>
                  <a:pt x="282" y="416"/>
                </a:cubicBezTo>
                <a:cubicBezTo>
                  <a:pt x="248" y="369"/>
                  <a:pt x="217" y="327"/>
                  <a:pt x="190" y="290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8"/>
                  <a:pt x="1" y="3"/>
                  <a:pt x="3" y="1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053320" y="486072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2" y="30"/>
                </a:moveTo>
                <a:cubicBezTo>
                  <a:pt x="82" y="22"/>
                  <a:pt x="85" y="15"/>
                  <a:pt x="91" y="9"/>
                </a:cubicBezTo>
                <a:cubicBezTo>
                  <a:pt x="98" y="3"/>
                  <a:pt x="105" y="0"/>
                  <a:pt x="113" y="0"/>
                </a:cubicBezTo>
                <a:cubicBezTo>
                  <a:pt x="119" y="0"/>
                  <a:pt x="124" y="2"/>
                  <a:pt x="128" y="6"/>
                </a:cubicBezTo>
                <a:cubicBezTo>
                  <a:pt x="133" y="10"/>
                  <a:pt x="136" y="15"/>
                  <a:pt x="136" y="21"/>
                </a:cubicBezTo>
                <a:cubicBezTo>
                  <a:pt x="136" y="29"/>
                  <a:pt x="132" y="36"/>
                  <a:pt x="125" y="42"/>
                </a:cubicBezTo>
                <a:cubicBezTo>
                  <a:pt x="118" y="48"/>
                  <a:pt x="111" y="52"/>
                  <a:pt x="103" y="52"/>
                </a:cubicBezTo>
                <a:cubicBezTo>
                  <a:pt x="98" y="52"/>
                  <a:pt x="93" y="50"/>
                  <a:pt x="89" y="47"/>
                </a:cubicBezTo>
                <a:cubicBezTo>
                  <a:pt x="84" y="44"/>
                  <a:pt x="82" y="38"/>
                  <a:pt x="82" y="30"/>
                </a:cubicBezTo>
                <a:moveTo>
                  <a:pt x="0" y="189"/>
                </a:moveTo>
                <a:cubicBezTo>
                  <a:pt x="0" y="185"/>
                  <a:pt x="1" y="180"/>
                  <a:pt x="4" y="172"/>
                </a:cubicBezTo>
                <a:cubicBezTo>
                  <a:pt x="7" y="165"/>
                  <a:pt x="11" y="156"/>
                  <a:pt x="16" y="147"/>
                </a:cubicBezTo>
                <a:cubicBezTo>
                  <a:pt x="21" y="137"/>
                  <a:pt x="29" y="129"/>
                  <a:pt x="38" y="121"/>
                </a:cubicBezTo>
                <a:cubicBezTo>
                  <a:pt x="48" y="113"/>
                  <a:pt x="58" y="110"/>
                  <a:pt x="69" y="110"/>
                </a:cubicBezTo>
                <a:cubicBezTo>
                  <a:pt x="82" y="110"/>
                  <a:pt x="93" y="114"/>
                  <a:pt x="101" y="121"/>
                </a:cubicBezTo>
                <a:cubicBezTo>
                  <a:pt x="110" y="129"/>
                  <a:pt x="115" y="140"/>
                  <a:pt x="115" y="153"/>
                </a:cubicBezTo>
                <a:cubicBezTo>
                  <a:pt x="115" y="158"/>
                  <a:pt x="113" y="168"/>
                  <a:pt x="108" y="181"/>
                </a:cubicBezTo>
                <a:cubicBezTo>
                  <a:pt x="103" y="195"/>
                  <a:pt x="96" y="213"/>
                  <a:pt x="88" y="235"/>
                </a:cubicBezTo>
                <a:cubicBezTo>
                  <a:pt x="79" y="257"/>
                  <a:pt x="72" y="276"/>
                  <a:pt x="67" y="292"/>
                </a:cubicBezTo>
                <a:cubicBezTo>
                  <a:pt x="65" y="299"/>
                  <a:pt x="64" y="304"/>
                  <a:pt x="64" y="308"/>
                </a:cubicBezTo>
                <a:cubicBezTo>
                  <a:pt x="64" y="316"/>
                  <a:pt x="67" y="320"/>
                  <a:pt x="73" y="320"/>
                </a:cubicBezTo>
                <a:cubicBezTo>
                  <a:pt x="76" y="320"/>
                  <a:pt x="79" y="320"/>
                  <a:pt x="82" y="319"/>
                </a:cubicBezTo>
                <a:cubicBezTo>
                  <a:pt x="86" y="318"/>
                  <a:pt x="89" y="315"/>
                  <a:pt x="94" y="312"/>
                </a:cubicBezTo>
                <a:cubicBezTo>
                  <a:pt x="98" y="308"/>
                  <a:pt x="103" y="302"/>
                  <a:pt x="107" y="294"/>
                </a:cubicBezTo>
                <a:cubicBezTo>
                  <a:pt x="112" y="286"/>
                  <a:pt x="116" y="276"/>
                  <a:pt x="120" y="264"/>
                </a:cubicBezTo>
                <a:cubicBezTo>
                  <a:pt x="121" y="260"/>
                  <a:pt x="122" y="258"/>
                  <a:pt x="122" y="257"/>
                </a:cubicBezTo>
                <a:cubicBezTo>
                  <a:pt x="123" y="257"/>
                  <a:pt x="126" y="256"/>
                  <a:pt x="131" y="256"/>
                </a:cubicBezTo>
                <a:cubicBezTo>
                  <a:pt x="139" y="256"/>
                  <a:pt x="142" y="258"/>
                  <a:pt x="142" y="261"/>
                </a:cubicBezTo>
                <a:cubicBezTo>
                  <a:pt x="142" y="264"/>
                  <a:pt x="141" y="269"/>
                  <a:pt x="138" y="277"/>
                </a:cubicBezTo>
                <a:cubicBezTo>
                  <a:pt x="135" y="285"/>
                  <a:pt x="129" y="293"/>
                  <a:pt x="124" y="303"/>
                </a:cubicBezTo>
                <a:cubicBezTo>
                  <a:pt x="119" y="312"/>
                  <a:pt x="111" y="320"/>
                  <a:pt x="101" y="328"/>
                </a:cubicBezTo>
                <a:cubicBezTo>
                  <a:pt x="92" y="335"/>
                  <a:pt x="81" y="339"/>
                  <a:pt x="70" y="339"/>
                </a:cubicBezTo>
                <a:cubicBezTo>
                  <a:pt x="59" y="339"/>
                  <a:pt x="49" y="335"/>
                  <a:pt x="40" y="328"/>
                </a:cubicBezTo>
                <a:cubicBezTo>
                  <a:pt x="31" y="321"/>
                  <a:pt x="27" y="310"/>
                  <a:pt x="26" y="296"/>
                </a:cubicBezTo>
                <a:cubicBezTo>
                  <a:pt x="26" y="290"/>
                  <a:pt x="27" y="285"/>
                  <a:pt x="29" y="280"/>
                </a:cubicBezTo>
                <a:cubicBezTo>
                  <a:pt x="31" y="275"/>
                  <a:pt x="38" y="256"/>
                  <a:pt x="50" y="223"/>
                </a:cubicBezTo>
                <a:cubicBezTo>
                  <a:pt x="63" y="189"/>
                  <a:pt x="71" y="167"/>
                  <a:pt x="73" y="161"/>
                </a:cubicBezTo>
                <a:cubicBezTo>
                  <a:pt x="75" y="154"/>
                  <a:pt x="76" y="147"/>
                  <a:pt x="76" y="141"/>
                </a:cubicBezTo>
                <a:cubicBezTo>
                  <a:pt x="76" y="133"/>
                  <a:pt x="73" y="129"/>
                  <a:pt x="68" y="129"/>
                </a:cubicBezTo>
                <a:lnTo>
                  <a:pt x="67" y="129"/>
                </a:lnTo>
                <a:cubicBezTo>
                  <a:pt x="57" y="129"/>
                  <a:pt x="47" y="135"/>
                  <a:pt x="39" y="146"/>
                </a:cubicBezTo>
                <a:cubicBezTo>
                  <a:pt x="31" y="157"/>
                  <a:pt x="24" y="171"/>
                  <a:pt x="20" y="189"/>
                </a:cubicBezTo>
                <a:cubicBezTo>
                  <a:pt x="19" y="189"/>
                  <a:pt x="19" y="190"/>
                  <a:pt x="19" y="190"/>
                </a:cubicBezTo>
                <a:cubicBezTo>
                  <a:pt x="18" y="191"/>
                  <a:pt x="18" y="192"/>
                  <a:pt x="18" y="192"/>
                </a:cubicBezTo>
                <a:cubicBezTo>
                  <a:pt x="18" y="192"/>
                  <a:pt x="18" y="193"/>
                  <a:pt x="17" y="193"/>
                </a:cubicBezTo>
                <a:lnTo>
                  <a:pt x="16" y="193"/>
                </a:lnTo>
                <a:cubicBezTo>
                  <a:pt x="15" y="193"/>
                  <a:pt x="15" y="193"/>
                  <a:pt x="14" y="193"/>
                </a:cubicBezTo>
                <a:cubicBezTo>
                  <a:pt x="13" y="193"/>
                  <a:pt x="11" y="193"/>
                  <a:pt x="10" y="193"/>
                </a:cubicBezTo>
                <a:lnTo>
                  <a:pt x="3" y="193"/>
                </a:lnTo>
                <a:cubicBezTo>
                  <a:pt x="1" y="191"/>
                  <a:pt x="0" y="190"/>
                  <a:pt x="0" y="18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122080" y="4914000"/>
            <a:ext cx="120960" cy="42480"/>
          </a:xfrm>
          <a:custGeom>
            <a:avLst/>
            <a:gdLst/>
            <a:ahLst/>
            <a:rect l="0" t="0" r="r" b="b"/>
            <a:pathLst>
              <a:path w="336" h="118">
                <a:moveTo>
                  <a:pt x="0" y="10"/>
                </a:moveTo>
                <a:cubicBezTo>
                  <a:pt x="0" y="5"/>
                  <a:pt x="2" y="2"/>
                  <a:pt x="7" y="0"/>
                </a:cubicBezTo>
                <a:lnTo>
                  <a:pt x="328" y="0"/>
                </a:lnTo>
                <a:cubicBezTo>
                  <a:pt x="334" y="2"/>
                  <a:pt x="336" y="6"/>
                  <a:pt x="336" y="10"/>
                </a:cubicBezTo>
                <a:cubicBezTo>
                  <a:pt x="336" y="13"/>
                  <a:pt x="334" y="17"/>
                  <a:pt x="329" y="19"/>
                </a:cubicBezTo>
                <a:lnTo>
                  <a:pt x="169" y="20"/>
                </a:lnTo>
                <a:lnTo>
                  <a:pt x="8" y="20"/>
                </a:lnTo>
                <a:cubicBezTo>
                  <a:pt x="3" y="18"/>
                  <a:pt x="0" y="15"/>
                  <a:pt x="0" y="10"/>
                </a:cubicBezTo>
                <a:moveTo>
                  <a:pt x="0" y="108"/>
                </a:moveTo>
                <a:cubicBezTo>
                  <a:pt x="0" y="103"/>
                  <a:pt x="3" y="100"/>
                  <a:pt x="8" y="97"/>
                </a:cubicBezTo>
                <a:lnTo>
                  <a:pt x="329" y="97"/>
                </a:lnTo>
                <a:cubicBezTo>
                  <a:pt x="334" y="102"/>
                  <a:pt x="336" y="105"/>
                  <a:pt x="336" y="108"/>
                </a:cubicBezTo>
                <a:cubicBezTo>
                  <a:pt x="336" y="113"/>
                  <a:pt x="334" y="116"/>
                  <a:pt x="328" y="118"/>
                </a:cubicBezTo>
                <a:lnTo>
                  <a:pt x="7" y="118"/>
                </a:lnTo>
                <a:cubicBezTo>
                  <a:pt x="2" y="116"/>
                  <a:pt x="0" y="113"/>
                  <a:pt x="0" y="10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267880" y="4859640"/>
            <a:ext cx="62640" cy="120960"/>
          </a:xfrm>
          <a:custGeom>
            <a:avLst/>
            <a:gdLst/>
            <a:ahLst/>
            <a:rect l="0" t="0" r="r" b="b"/>
            <a:pathLst>
              <a:path w="174" h="336">
                <a:moveTo>
                  <a:pt x="65" y="44"/>
                </a:moveTo>
                <a:lnTo>
                  <a:pt x="59" y="47"/>
                </a:lnTo>
                <a:cubicBezTo>
                  <a:pt x="54" y="49"/>
                  <a:pt x="47" y="50"/>
                  <a:pt x="39" y="52"/>
                </a:cubicBezTo>
                <a:cubicBezTo>
                  <a:pt x="30" y="54"/>
                  <a:pt x="20" y="55"/>
                  <a:pt x="10" y="55"/>
                </a:cubicBezTo>
                <a:lnTo>
                  <a:pt x="0" y="55"/>
                </a:lnTo>
                <a:lnTo>
                  <a:pt x="0" y="32"/>
                </a:lnTo>
                <a:lnTo>
                  <a:pt x="10" y="32"/>
                </a:lnTo>
                <a:cubicBezTo>
                  <a:pt x="25" y="32"/>
                  <a:pt x="40" y="29"/>
                  <a:pt x="53" y="25"/>
                </a:cubicBezTo>
                <a:cubicBezTo>
                  <a:pt x="67" y="20"/>
                  <a:pt x="76" y="16"/>
                  <a:pt x="82" y="13"/>
                </a:cubicBezTo>
                <a:cubicBezTo>
                  <a:pt x="87" y="9"/>
                  <a:pt x="92" y="5"/>
                  <a:pt x="96" y="2"/>
                </a:cubicBezTo>
                <a:cubicBezTo>
                  <a:pt x="96" y="1"/>
                  <a:pt x="98" y="0"/>
                  <a:pt x="102" y="0"/>
                </a:cubicBezTo>
                <a:cubicBezTo>
                  <a:pt x="105" y="0"/>
                  <a:pt x="108" y="1"/>
                  <a:pt x="110" y="3"/>
                </a:cubicBezTo>
                <a:lnTo>
                  <a:pt x="110" y="155"/>
                </a:lnTo>
                <a:lnTo>
                  <a:pt x="111" y="306"/>
                </a:lnTo>
                <a:cubicBezTo>
                  <a:pt x="113" y="308"/>
                  <a:pt x="115" y="309"/>
                  <a:pt x="117" y="310"/>
                </a:cubicBezTo>
                <a:cubicBezTo>
                  <a:pt x="118" y="311"/>
                  <a:pt x="122" y="311"/>
                  <a:pt x="129" y="312"/>
                </a:cubicBezTo>
                <a:cubicBezTo>
                  <a:pt x="135" y="313"/>
                  <a:pt x="146" y="313"/>
                  <a:pt x="161" y="313"/>
                </a:cubicBezTo>
                <a:lnTo>
                  <a:pt x="174" y="313"/>
                </a:lnTo>
                <a:lnTo>
                  <a:pt x="174" y="336"/>
                </a:lnTo>
                <a:lnTo>
                  <a:pt x="169" y="336"/>
                </a:lnTo>
                <a:cubicBezTo>
                  <a:pt x="162" y="335"/>
                  <a:pt x="134" y="335"/>
                  <a:pt x="88" y="335"/>
                </a:cubicBezTo>
                <a:cubicBezTo>
                  <a:pt x="42" y="335"/>
                  <a:pt x="16" y="335"/>
                  <a:pt x="9" y="336"/>
                </a:cubicBezTo>
                <a:lnTo>
                  <a:pt x="3" y="336"/>
                </a:lnTo>
                <a:lnTo>
                  <a:pt x="3" y="313"/>
                </a:lnTo>
                <a:lnTo>
                  <a:pt x="16" y="313"/>
                </a:lnTo>
                <a:cubicBezTo>
                  <a:pt x="23" y="313"/>
                  <a:pt x="29" y="313"/>
                  <a:pt x="35" y="313"/>
                </a:cubicBezTo>
                <a:cubicBezTo>
                  <a:pt x="40" y="313"/>
                  <a:pt x="44" y="313"/>
                  <a:pt x="47" y="313"/>
                </a:cubicBezTo>
                <a:cubicBezTo>
                  <a:pt x="50" y="312"/>
                  <a:pt x="53" y="312"/>
                  <a:pt x="55" y="311"/>
                </a:cubicBezTo>
                <a:cubicBezTo>
                  <a:pt x="58" y="310"/>
                  <a:pt x="59" y="310"/>
                  <a:pt x="59" y="310"/>
                </a:cubicBezTo>
                <a:cubicBezTo>
                  <a:pt x="60" y="310"/>
                  <a:pt x="61" y="309"/>
                  <a:pt x="62" y="308"/>
                </a:cubicBezTo>
                <a:cubicBezTo>
                  <a:pt x="64" y="306"/>
                  <a:pt x="65" y="305"/>
                  <a:pt x="65" y="306"/>
                </a:cubicBezTo>
                <a:lnTo>
                  <a:pt x="65" y="44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107680" y="4282920"/>
            <a:ext cx="184320" cy="124200"/>
          </a:xfrm>
          <a:custGeom>
            <a:avLst/>
            <a:gdLst/>
            <a:ahLst/>
            <a:rect l="0" t="0" r="r" b="b"/>
            <a:pathLst>
              <a:path w="512" h="345">
                <a:moveTo>
                  <a:pt x="127" y="28"/>
                </a:moveTo>
                <a:cubicBezTo>
                  <a:pt x="127" y="26"/>
                  <a:pt x="118" y="24"/>
                  <a:pt x="99" y="24"/>
                </a:cubicBezTo>
                <a:cubicBezTo>
                  <a:pt x="91" y="24"/>
                  <a:pt x="86" y="24"/>
                  <a:pt x="83" y="23"/>
                </a:cubicBezTo>
                <a:cubicBezTo>
                  <a:pt x="81" y="23"/>
                  <a:pt x="80" y="21"/>
                  <a:pt x="80" y="18"/>
                </a:cubicBezTo>
                <a:cubicBezTo>
                  <a:pt x="80" y="18"/>
                  <a:pt x="80" y="16"/>
                  <a:pt x="81" y="13"/>
                </a:cubicBezTo>
                <a:cubicBezTo>
                  <a:pt x="81" y="12"/>
                  <a:pt x="81" y="11"/>
                  <a:pt x="82" y="9"/>
                </a:cubicBezTo>
                <a:cubicBezTo>
                  <a:pt x="82" y="8"/>
                  <a:pt x="82" y="7"/>
                  <a:pt x="82" y="7"/>
                </a:cubicBezTo>
                <a:cubicBezTo>
                  <a:pt x="82" y="6"/>
                  <a:pt x="82" y="6"/>
                  <a:pt x="83" y="4"/>
                </a:cubicBezTo>
                <a:cubicBezTo>
                  <a:pt x="84" y="3"/>
                  <a:pt x="84" y="2"/>
                  <a:pt x="84" y="3"/>
                </a:cubicBezTo>
                <a:cubicBezTo>
                  <a:pt x="84" y="3"/>
                  <a:pt x="85" y="3"/>
                  <a:pt x="86" y="2"/>
                </a:cubicBezTo>
                <a:cubicBezTo>
                  <a:pt x="88" y="1"/>
                  <a:pt x="88" y="0"/>
                  <a:pt x="89" y="1"/>
                </a:cubicBezTo>
                <a:cubicBezTo>
                  <a:pt x="89" y="1"/>
                  <a:pt x="90" y="1"/>
                  <a:pt x="93" y="1"/>
                </a:cubicBezTo>
                <a:cubicBezTo>
                  <a:pt x="95" y="0"/>
                  <a:pt x="97" y="0"/>
                  <a:pt x="99" y="0"/>
                </a:cubicBezTo>
                <a:cubicBezTo>
                  <a:pt x="101" y="0"/>
                  <a:pt x="106" y="0"/>
                  <a:pt x="114" y="0"/>
                </a:cubicBezTo>
                <a:cubicBezTo>
                  <a:pt x="122" y="0"/>
                  <a:pt x="129" y="0"/>
                  <a:pt x="137" y="1"/>
                </a:cubicBezTo>
                <a:cubicBezTo>
                  <a:pt x="163" y="1"/>
                  <a:pt x="178" y="1"/>
                  <a:pt x="182" y="1"/>
                </a:cubicBezTo>
                <a:cubicBezTo>
                  <a:pt x="186" y="1"/>
                  <a:pt x="189" y="1"/>
                  <a:pt x="190" y="3"/>
                </a:cubicBezTo>
                <a:cubicBezTo>
                  <a:pt x="191" y="4"/>
                  <a:pt x="197" y="52"/>
                  <a:pt x="209" y="145"/>
                </a:cubicBezTo>
                <a:lnTo>
                  <a:pt x="227" y="285"/>
                </a:lnTo>
                <a:lnTo>
                  <a:pt x="239" y="267"/>
                </a:lnTo>
                <a:cubicBezTo>
                  <a:pt x="247" y="255"/>
                  <a:pt x="257" y="238"/>
                  <a:pt x="271" y="217"/>
                </a:cubicBezTo>
                <a:cubicBezTo>
                  <a:pt x="284" y="195"/>
                  <a:pt x="299" y="172"/>
                  <a:pt x="315" y="146"/>
                </a:cubicBezTo>
                <a:cubicBezTo>
                  <a:pt x="374" y="52"/>
                  <a:pt x="405" y="5"/>
                  <a:pt x="405" y="5"/>
                </a:cubicBezTo>
                <a:cubicBezTo>
                  <a:pt x="406" y="4"/>
                  <a:pt x="406" y="4"/>
                  <a:pt x="407" y="3"/>
                </a:cubicBezTo>
                <a:cubicBezTo>
                  <a:pt x="407" y="2"/>
                  <a:pt x="408" y="2"/>
                  <a:pt x="409" y="2"/>
                </a:cubicBezTo>
                <a:lnTo>
                  <a:pt x="412" y="1"/>
                </a:lnTo>
                <a:lnTo>
                  <a:pt x="460" y="1"/>
                </a:lnTo>
                <a:cubicBezTo>
                  <a:pt x="466" y="1"/>
                  <a:pt x="472" y="1"/>
                  <a:pt x="480" y="1"/>
                </a:cubicBezTo>
                <a:cubicBezTo>
                  <a:pt x="488" y="1"/>
                  <a:pt x="493" y="0"/>
                  <a:pt x="495" y="0"/>
                </a:cubicBezTo>
                <a:cubicBezTo>
                  <a:pt x="506" y="0"/>
                  <a:pt x="512" y="2"/>
                  <a:pt x="512" y="6"/>
                </a:cubicBezTo>
                <a:cubicBezTo>
                  <a:pt x="512" y="7"/>
                  <a:pt x="511" y="10"/>
                  <a:pt x="510" y="14"/>
                </a:cubicBezTo>
                <a:cubicBezTo>
                  <a:pt x="509" y="18"/>
                  <a:pt x="509" y="20"/>
                  <a:pt x="509" y="21"/>
                </a:cubicBezTo>
                <a:cubicBezTo>
                  <a:pt x="508" y="23"/>
                  <a:pt x="501" y="24"/>
                  <a:pt x="490" y="24"/>
                </a:cubicBezTo>
                <a:cubicBezTo>
                  <a:pt x="477" y="24"/>
                  <a:pt x="468" y="25"/>
                  <a:pt x="465" y="25"/>
                </a:cubicBezTo>
                <a:cubicBezTo>
                  <a:pt x="461" y="26"/>
                  <a:pt x="458" y="28"/>
                  <a:pt x="456" y="31"/>
                </a:cubicBezTo>
                <a:cubicBezTo>
                  <a:pt x="455" y="33"/>
                  <a:pt x="442" y="80"/>
                  <a:pt x="419" y="173"/>
                </a:cubicBezTo>
                <a:cubicBezTo>
                  <a:pt x="396" y="267"/>
                  <a:pt x="384" y="314"/>
                  <a:pt x="384" y="316"/>
                </a:cubicBezTo>
                <a:cubicBezTo>
                  <a:pt x="384" y="317"/>
                  <a:pt x="384" y="318"/>
                  <a:pt x="385" y="318"/>
                </a:cubicBezTo>
                <a:cubicBezTo>
                  <a:pt x="385" y="319"/>
                  <a:pt x="386" y="319"/>
                  <a:pt x="388" y="320"/>
                </a:cubicBezTo>
                <a:cubicBezTo>
                  <a:pt x="390" y="321"/>
                  <a:pt x="393" y="322"/>
                  <a:pt x="397" y="321"/>
                </a:cubicBezTo>
                <a:cubicBezTo>
                  <a:pt x="400" y="321"/>
                  <a:pt x="406" y="321"/>
                  <a:pt x="413" y="322"/>
                </a:cubicBezTo>
                <a:lnTo>
                  <a:pt x="429" y="322"/>
                </a:lnTo>
                <a:cubicBezTo>
                  <a:pt x="431" y="325"/>
                  <a:pt x="432" y="327"/>
                  <a:pt x="432" y="328"/>
                </a:cubicBezTo>
                <a:cubicBezTo>
                  <a:pt x="432" y="333"/>
                  <a:pt x="431" y="338"/>
                  <a:pt x="428" y="343"/>
                </a:cubicBezTo>
                <a:cubicBezTo>
                  <a:pt x="427" y="345"/>
                  <a:pt x="424" y="345"/>
                  <a:pt x="420" y="345"/>
                </a:cubicBezTo>
                <a:cubicBezTo>
                  <a:pt x="419" y="345"/>
                  <a:pt x="412" y="345"/>
                  <a:pt x="400" y="345"/>
                </a:cubicBezTo>
                <a:cubicBezTo>
                  <a:pt x="388" y="345"/>
                  <a:pt x="371" y="344"/>
                  <a:pt x="352" y="344"/>
                </a:cubicBezTo>
                <a:cubicBezTo>
                  <a:pt x="332" y="344"/>
                  <a:pt x="316" y="344"/>
                  <a:pt x="306" y="344"/>
                </a:cubicBezTo>
                <a:cubicBezTo>
                  <a:pt x="296" y="344"/>
                  <a:pt x="290" y="345"/>
                  <a:pt x="288" y="345"/>
                </a:cubicBezTo>
                <a:cubicBezTo>
                  <a:pt x="283" y="345"/>
                  <a:pt x="280" y="343"/>
                  <a:pt x="280" y="340"/>
                </a:cubicBezTo>
                <a:cubicBezTo>
                  <a:pt x="280" y="339"/>
                  <a:pt x="280" y="337"/>
                  <a:pt x="281" y="333"/>
                </a:cubicBezTo>
                <a:cubicBezTo>
                  <a:pt x="282" y="327"/>
                  <a:pt x="284" y="324"/>
                  <a:pt x="285" y="324"/>
                </a:cubicBezTo>
                <a:cubicBezTo>
                  <a:pt x="286" y="323"/>
                  <a:pt x="290" y="323"/>
                  <a:pt x="297" y="322"/>
                </a:cubicBezTo>
                <a:cubicBezTo>
                  <a:pt x="306" y="322"/>
                  <a:pt x="316" y="322"/>
                  <a:pt x="327" y="321"/>
                </a:cubicBezTo>
                <a:cubicBezTo>
                  <a:pt x="331" y="320"/>
                  <a:pt x="335" y="318"/>
                  <a:pt x="336" y="314"/>
                </a:cubicBezTo>
                <a:cubicBezTo>
                  <a:pt x="337" y="312"/>
                  <a:pt x="343" y="288"/>
                  <a:pt x="355" y="240"/>
                </a:cubicBezTo>
                <a:cubicBezTo>
                  <a:pt x="367" y="193"/>
                  <a:pt x="380" y="145"/>
                  <a:pt x="392" y="98"/>
                </a:cubicBezTo>
                <a:cubicBezTo>
                  <a:pt x="404" y="50"/>
                  <a:pt x="410" y="27"/>
                  <a:pt x="410" y="27"/>
                </a:cubicBezTo>
                <a:lnTo>
                  <a:pt x="311" y="182"/>
                </a:lnTo>
                <a:cubicBezTo>
                  <a:pt x="245" y="287"/>
                  <a:pt x="212" y="341"/>
                  <a:pt x="210" y="343"/>
                </a:cubicBezTo>
                <a:cubicBezTo>
                  <a:pt x="209" y="343"/>
                  <a:pt x="209" y="344"/>
                  <a:pt x="208" y="344"/>
                </a:cubicBezTo>
                <a:cubicBezTo>
                  <a:pt x="206" y="345"/>
                  <a:pt x="204" y="345"/>
                  <a:pt x="200" y="345"/>
                </a:cubicBezTo>
                <a:cubicBezTo>
                  <a:pt x="195" y="345"/>
                  <a:pt x="192" y="344"/>
                  <a:pt x="191" y="342"/>
                </a:cubicBezTo>
                <a:cubicBezTo>
                  <a:pt x="190" y="340"/>
                  <a:pt x="183" y="287"/>
                  <a:pt x="170" y="185"/>
                </a:cubicBezTo>
                <a:lnTo>
                  <a:pt x="151" y="30"/>
                </a:lnTo>
                <a:lnTo>
                  <a:pt x="116" y="166"/>
                </a:lnTo>
                <a:cubicBezTo>
                  <a:pt x="94" y="255"/>
                  <a:pt x="83" y="302"/>
                  <a:pt x="83" y="305"/>
                </a:cubicBezTo>
                <a:cubicBezTo>
                  <a:pt x="85" y="317"/>
                  <a:pt x="97" y="322"/>
                  <a:pt x="119" y="322"/>
                </a:cubicBezTo>
                <a:lnTo>
                  <a:pt x="124" y="322"/>
                </a:lnTo>
                <a:cubicBezTo>
                  <a:pt x="126" y="324"/>
                  <a:pt x="127" y="325"/>
                  <a:pt x="127" y="327"/>
                </a:cubicBezTo>
                <a:cubicBezTo>
                  <a:pt x="128" y="328"/>
                  <a:pt x="127" y="331"/>
                  <a:pt x="126" y="336"/>
                </a:cubicBezTo>
                <a:cubicBezTo>
                  <a:pt x="125" y="341"/>
                  <a:pt x="123" y="344"/>
                  <a:pt x="122" y="345"/>
                </a:cubicBezTo>
                <a:cubicBezTo>
                  <a:pt x="121" y="345"/>
                  <a:pt x="119" y="345"/>
                  <a:pt x="116" y="345"/>
                </a:cubicBezTo>
                <a:cubicBezTo>
                  <a:pt x="116" y="345"/>
                  <a:pt x="114" y="345"/>
                  <a:pt x="110" y="345"/>
                </a:cubicBezTo>
                <a:cubicBezTo>
                  <a:pt x="107" y="345"/>
                  <a:pt x="101" y="345"/>
                  <a:pt x="93" y="345"/>
                </a:cubicBezTo>
                <a:cubicBezTo>
                  <a:pt x="85" y="345"/>
                  <a:pt x="74" y="344"/>
                  <a:pt x="61" y="344"/>
                </a:cubicBezTo>
                <a:cubicBezTo>
                  <a:pt x="51" y="344"/>
                  <a:pt x="41" y="345"/>
                  <a:pt x="30" y="345"/>
                </a:cubicBezTo>
                <a:cubicBezTo>
                  <a:pt x="19" y="345"/>
                  <a:pt x="13" y="345"/>
                  <a:pt x="11" y="345"/>
                </a:cubicBezTo>
                <a:cubicBezTo>
                  <a:pt x="6" y="345"/>
                  <a:pt x="3" y="345"/>
                  <a:pt x="2" y="344"/>
                </a:cubicBezTo>
                <a:cubicBezTo>
                  <a:pt x="0" y="344"/>
                  <a:pt x="0" y="342"/>
                  <a:pt x="0" y="340"/>
                </a:cubicBezTo>
                <a:cubicBezTo>
                  <a:pt x="0" y="339"/>
                  <a:pt x="0" y="337"/>
                  <a:pt x="1" y="333"/>
                </a:cubicBezTo>
                <a:cubicBezTo>
                  <a:pt x="2" y="329"/>
                  <a:pt x="3" y="326"/>
                  <a:pt x="4" y="325"/>
                </a:cubicBezTo>
                <a:cubicBezTo>
                  <a:pt x="4" y="323"/>
                  <a:pt x="8" y="322"/>
                  <a:pt x="15" y="322"/>
                </a:cubicBezTo>
                <a:cubicBezTo>
                  <a:pt x="38" y="322"/>
                  <a:pt x="53" y="314"/>
                  <a:pt x="60" y="301"/>
                </a:cubicBezTo>
                <a:cubicBezTo>
                  <a:pt x="61" y="299"/>
                  <a:pt x="72" y="254"/>
                  <a:pt x="94" y="166"/>
                </a:cubicBezTo>
                <a:cubicBezTo>
                  <a:pt x="116" y="78"/>
                  <a:pt x="127" y="32"/>
                  <a:pt x="127" y="2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430960" y="4526640"/>
            <a:ext cx="181080" cy="181080"/>
          </a:xfrm>
          <a:custGeom>
            <a:avLst/>
            <a:gdLst/>
            <a:ahLst/>
            <a:rect l="0" t="0" r="r" b="b"/>
            <a:pathLst>
              <a:path w="503" h="503">
                <a:moveTo>
                  <a:pt x="74" y="43"/>
                </a:moveTo>
                <a:cubicBezTo>
                  <a:pt x="70" y="40"/>
                  <a:pt x="68" y="38"/>
                  <a:pt x="66" y="37"/>
                </a:cubicBezTo>
                <a:cubicBezTo>
                  <a:pt x="64" y="36"/>
                  <a:pt x="60" y="35"/>
                  <a:pt x="54" y="35"/>
                </a:cubicBezTo>
                <a:cubicBezTo>
                  <a:pt x="49" y="34"/>
                  <a:pt x="39" y="33"/>
                  <a:pt x="24" y="33"/>
                </a:cubicBezTo>
                <a:lnTo>
                  <a:pt x="0" y="33"/>
                </a:lnTo>
                <a:lnTo>
                  <a:pt x="0" y="0"/>
                </a:lnTo>
                <a:lnTo>
                  <a:pt x="125" y="0"/>
                </a:lnTo>
                <a:lnTo>
                  <a:pt x="149" y="0"/>
                </a:lnTo>
                <a:lnTo>
                  <a:pt x="196" y="0"/>
                </a:lnTo>
                <a:cubicBezTo>
                  <a:pt x="232" y="0"/>
                  <a:pt x="259" y="1"/>
                  <a:pt x="279" y="4"/>
                </a:cubicBezTo>
                <a:cubicBezTo>
                  <a:pt x="298" y="7"/>
                  <a:pt x="318" y="14"/>
                  <a:pt x="338" y="25"/>
                </a:cubicBezTo>
                <a:cubicBezTo>
                  <a:pt x="383" y="47"/>
                  <a:pt x="409" y="79"/>
                  <a:pt x="416" y="118"/>
                </a:cubicBezTo>
                <a:cubicBezTo>
                  <a:pt x="416" y="120"/>
                  <a:pt x="416" y="124"/>
                  <a:pt x="416" y="129"/>
                </a:cubicBezTo>
                <a:cubicBezTo>
                  <a:pt x="416" y="145"/>
                  <a:pt x="412" y="160"/>
                  <a:pt x="405" y="173"/>
                </a:cubicBezTo>
                <a:cubicBezTo>
                  <a:pt x="397" y="187"/>
                  <a:pt x="388" y="198"/>
                  <a:pt x="378" y="208"/>
                </a:cubicBezTo>
                <a:cubicBezTo>
                  <a:pt x="367" y="216"/>
                  <a:pt x="357" y="224"/>
                  <a:pt x="346" y="230"/>
                </a:cubicBezTo>
                <a:cubicBezTo>
                  <a:pt x="335" y="236"/>
                  <a:pt x="326" y="240"/>
                  <a:pt x="318" y="243"/>
                </a:cubicBezTo>
                <a:lnTo>
                  <a:pt x="307" y="246"/>
                </a:lnTo>
                <a:cubicBezTo>
                  <a:pt x="308" y="248"/>
                  <a:pt x="311" y="249"/>
                  <a:pt x="315" y="251"/>
                </a:cubicBezTo>
                <a:cubicBezTo>
                  <a:pt x="329" y="258"/>
                  <a:pt x="340" y="266"/>
                  <a:pt x="349" y="275"/>
                </a:cubicBezTo>
                <a:cubicBezTo>
                  <a:pt x="358" y="283"/>
                  <a:pt x="365" y="294"/>
                  <a:pt x="370" y="306"/>
                </a:cubicBezTo>
                <a:cubicBezTo>
                  <a:pt x="375" y="318"/>
                  <a:pt x="378" y="329"/>
                  <a:pt x="380" y="337"/>
                </a:cubicBezTo>
                <a:cubicBezTo>
                  <a:pt x="382" y="345"/>
                  <a:pt x="384" y="358"/>
                  <a:pt x="386" y="377"/>
                </a:cubicBezTo>
                <a:cubicBezTo>
                  <a:pt x="389" y="395"/>
                  <a:pt x="391" y="410"/>
                  <a:pt x="394" y="420"/>
                </a:cubicBezTo>
                <a:cubicBezTo>
                  <a:pt x="398" y="443"/>
                  <a:pt x="404" y="458"/>
                  <a:pt x="411" y="465"/>
                </a:cubicBezTo>
                <a:cubicBezTo>
                  <a:pt x="417" y="472"/>
                  <a:pt x="426" y="476"/>
                  <a:pt x="438" y="476"/>
                </a:cubicBezTo>
                <a:lnTo>
                  <a:pt x="441" y="476"/>
                </a:lnTo>
                <a:cubicBezTo>
                  <a:pt x="448" y="476"/>
                  <a:pt x="455" y="472"/>
                  <a:pt x="462" y="464"/>
                </a:cubicBezTo>
                <a:cubicBezTo>
                  <a:pt x="468" y="457"/>
                  <a:pt x="473" y="444"/>
                  <a:pt x="475" y="425"/>
                </a:cubicBezTo>
                <a:cubicBezTo>
                  <a:pt x="475" y="420"/>
                  <a:pt x="476" y="416"/>
                  <a:pt x="478" y="415"/>
                </a:cubicBezTo>
                <a:cubicBezTo>
                  <a:pt x="479" y="414"/>
                  <a:pt x="483" y="413"/>
                  <a:pt x="489" y="412"/>
                </a:cubicBezTo>
                <a:cubicBezTo>
                  <a:pt x="495" y="412"/>
                  <a:pt x="498" y="412"/>
                  <a:pt x="500" y="414"/>
                </a:cubicBezTo>
                <a:cubicBezTo>
                  <a:pt x="502" y="415"/>
                  <a:pt x="503" y="418"/>
                  <a:pt x="503" y="423"/>
                </a:cubicBezTo>
                <a:cubicBezTo>
                  <a:pt x="503" y="438"/>
                  <a:pt x="499" y="453"/>
                  <a:pt x="492" y="468"/>
                </a:cubicBezTo>
                <a:cubicBezTo>
                  <a:pt x="484" y="483"/>
                  <a:pt x="474" y="493"/>
                  <a:pt x="460" y="498"/>
                </a:cubicBezTo>
                <a:cubicBezTo>
                  <a:pt x="453" y="501"/>
                  <a:pt x="443" y="503"/>
                  <a:pt x="431" y="503"/>
                </a:cubicBezTo>
                <a:cubicBezTo>
                  <a:pt x="360" y="500"/>
                  <a:pt x="319" y="473"/>
                  <a:pt x="308" y="423"/>
                </a:cubicBezTo>
                <a:cubicBezTo>
                  <a:pt x="307" y="418"/>
                  <a:pt x="307" y="400"/>
                  <a:pt x="307" y="371"/>
                </a:cubicBezTo>
                <a:cubicBezTo>
                  <a:pt x="307" y="341"/>
                  <a:pt x="305" y="322"/>
                  <a:pt x="302" y="312"/>
                </a:cubicBezTo>
                <a:cubicBezTo>
                  <a:pt x="293" y="284"/>
                  <a:pt x="275" y="267"/>
                  <a:pt x="248" y="259"/>
                </a:cubicBezTo>
                <a:lnTo>
                  <a:pt x="240" y="258"/>
                </a:lnTo>
                <a:lnTo>
                  <a:pt x="192" y="257"/>
                </a:lnTo>
                <a:lnTo>
                  <a:pt x="146" y="257"/>
                </a:lnTo>
                <a:lnTo>
                  <a:pt x="146" y="350"/>
                </a:lnTo>
                <a:lnTo>
                  <a:pt x="146" y="444"/>
                </a:lnTo>
                <a:cubicBezTo>
                  <a:pt x="149" y="448"/>
                  <a:pt x="153" y="451"/>
                  <a:pt x="158" y="452"/>
                </a:cubicBezTo>
                <a:cubicBezTo>
                  <a:pt x="164" y="453"/>
                  <a:pt x="176" y="454"/>
                  <a:pt x="196" y="454"/>
                </a:cubicBezTo>
                <a:lnTo>
                  <a:pt x="220" y="454"/>
                </a:lnTo>
                <a:lnTo>
                  <a:pt x="220" y="487"/>
                </a:lnTo>
                <a:lnTo>
                  <a:pt x="212" y="487"/>
                </a:lnTo>
                <a:cubicBezTo>
                  <a:pt x="202" y="486"/>
                  <a:pt x="167" y="485"/>
                  <a:pt x="110" y="485"/>
                </a:cubicBezTo>
                <a:cubicBezTo>
                  <a:pt x="52" y="485"/>
                  <a:pt x="18" y="486"/>
                  <a:pt x="8" y="487"/>
                </a:cubicBezTo>
                <a:lnTo>
                  <a:pt x="0" y="487"/>
                </a:lnTo>
                <a:lnTo>
                  <a:pt x="0" y="454"/>
                </a:lnTo>
                <a:lnTo>
                  <a:pt x="24" y="454"/>
                </a:lnTo>
                <a:cubicBezTo>
                  <a:pt x="44" y="454"/>
                  <a:pt x="56" y="453"/>
                  <a:pt x="60" y="452"/>
                </a:cubicBezTo>
                <a:cubicBezTo>
                  <a:pt x="64" y="451"/>
                  <a:pt x="69" y="448"/>
                  <a:pt x="74" y="444"/>
                </a:cubicBezTo>
                <a:lnTo>
                  <a:pt x="74" y="43"/>
                </a:lnTo>
                <a:moveTo>
                  <a:pt x="332" y="131"/>
                </a:moveTo>
                <a:lnTo>
                  <a:pt x="332" y="124"/>
                </a:lnTo>
                <a:cubicBezTo>
                  <a:pt x="332" y="115"/>
                  <a:pt x="331" y="108"/>
                  <a:pt x="331" y="102"/>
                </a:cubicBezTo>
                <a:cubicBezTo>
                  <a:pt x="330" y="97"/>
                  <a:pt x="328" y="89"/>
                  <a:pt x="324" y="80"/>
                </a:cubicBezTo>
                <a:cubicBezTo>
                  <a:pt x="321" y="71"/>
                  <a:pt x="316" y="64"/>
                  <a:pt x="311" y="58"/>
                </a:cubicBezTo>
                <a:cubicBezTo>
                  <a:pt x="306" y="52"/>
                  <a:pt x="297" y="47"/>
                  <a:pt x="284" y="42"/>
                </a:cubicBezTo>
                <a:cubicBezTo>
                  <a:pt x="271" y="38"/>
                  <a:pt x="256" y="35"/>
                  <a:pt x="240" y="33"/>
                </a:cubicBezTo>
                <a:cubicBezTo>
                  <a:pt x="239" y="33"/>
                  <a:pt x="234" y="33"/>
                  <a:pt x="224" y="33"/>
                </a:cubicBezTo>
                <a:cubicBezTo>
                  <a:pt x="215" y="33"/>
                  <a:pt x="206" y="33"/>
                  <a:pt x="198" y="33"/>
                </a:cubicBezTo>
                <a:lnTo>
                  <a:pt x="183" y="33"/>
                </a:lnTo>
                <a:cubicBezTo>
                  <a:pt x="161" y="33"/>
                  <a:pt x="150" y="35"/>
                  <a:pt x="148" y="39"/>
                </a:cubicBezTo>
                <a:cubicBezTo>
                  <a:pt x="146" y="41"/>
                  <a:pt x="146" y="73"/>
                  <a:pt x="146" y="136"/>
                </a:cubicBezTo>
                <a:lnTo>
                  <a:pt x="146" y="231"/>
                </a:lnTo>
                <a:lnTo>
                  <a:pt x="187" y="231"/>
                </a:lnTo>
                <a:cubicBezTo>
                  <a:pt x="236" y="231"/>
                  <a:pt x="270" y="226"/>
                  <a:pt x="291" y="218"/>
                </a:cubicBezTo>
                <a:cubicBezTo>
                  <a:pt x="312" y="209"/>
                  <a:pt x="325" y="190"/>
                  <a:pt x="330" y="161"/>
                </a:cubicBezTo>
                <a:cubicBezTo>
                  <a:pt x="331" y="156"/>
                  <a:pt x="332" y="146"/>
                  <a:pt x="332" y="131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619960" y="4586760"/>
            <a:ext cx="99360" cy="118080"/>
          </a:xfrm>
          <a:custGeom>
            <a:avLst/>
            <a:gdLst/>
            <a:ahLst/>
            <a:rect l="0" t="0" r="r" b="b"/>
            <a:pathLst>
              <a:path w="276" h="328">
                <a:moveTo>
                  <a:pt x="0" y="165"/>
                </a:moveTo>
                <a:cubicBezTo>
                  <a:pt x="0" y="139"/>
                  <a:pt x="5" y="114"/>
                  <a:pt x="14" y="93"/>
                </a:cubicBezTo>
                <a:cubicBezTo>
                  <a:pt x="24" y="71"/>
                  <a:pt x="35" y="54"/>
                  <a:pt x="50" y="41"/>
                </a:cubicBezTo>
                <a:cubicBezTo>
                  <a:pt x="64" y="27"/>
                  <a:pt x="79" y="17"/>
                  <a:pt x="96" y="11"/>
                </a:cubicBezTo>
                <a:cubicBezTo>
                  <a:pt x="113" y="4"/>
                  <a:pt x="128" y="1"/>
                  <a:pt x="143" y="0"/>
                </a:cubicBezTo>
                <a:cubicBezTo>
                  <a:pt x="168" y="0"/>
                  <a:pt x="190" y="4"/>
                  <a:pt x="209" y="13"/>
                </a:cubicBezTo>
                <a:cubicBezTo>
                  <a:pt x="227" y="21"/>
                  <a:pt x="241" y="33"/>
                  <a:pt x="250" y="48"/>
                </a:cubicBezTo>
                <a:cubicBezTo>
                  <a:pt x="260" y="64"/>
                  <a:pt x="266" y="79"/>
                  <a:pt x="270" y="94"/>
                </a:cubicBezTo>
                <a:cubicBezTo>
                  <a:pt x="274" y="109"/>
                  <a:pt x="276" y="126"/>
                  <a:pt x="276" y="146"/>
                </a:cubicBezTo>
                <a:cubicBezTo>
                  <a:pt x="276" y="149"/>
                  <a:pt x="275" y="152"/>
                  <a:pt x="271" y="156"/>
                </a:cubicBezTo>
                <a:lnTo>
                  <a:pt x="70" y="156"/>
                </a:lnTo>
                <a:lnTo>
                  <a:pt x="70" y="166"/>
                </a:lnTo>
                <a:cubicBezTo>
                  <a:pt x="70" y="236"/>
                  <a:pt x="93" y="279"/>
                  <a:pt x="141" y="294"/>
                </a:cubicBezTo>
                <a:cubicBezTo>
                  <a:pt x="150" y="297"/>
                  <a:pt x="161" y="299"/>
                  <a:pt x="172" y="299"/>
                </a:cubicBezTo>
                <a:cubicBezTo>
                  <a:pt x="192" y="299"/>
                  <a:pt x="210" y="291"/>
                  <a:pt x="224" y="276"/>
                </a:cubicBezTo>
                <a:cubicBezTo>
                  <a:pt x="232" y="268"/>
                  <a:pt x="239" y="258"/>
                  <a:pt x="244" y="246"/>
                </a:cubicBezTo>
                <a:lnTo>
                  <a:pt x="251" y="229"/>
                </a:lnTo>
                <a:cubicBezTo>
                  <a:pt x="252" y="227"/>
                  <a:pt x="256" y="227"/>
                  <a:pt x="262" y="227"/>
                </a:cubicBezTo>
                <a:lnTo>
                  <a:pt x="264" y="227"/>
                </a:lnTo>
                <a:cubicBezTo>
                  <a:pt x="272" y="227"/>
                  <a:pt x="276" y="229"/>
                  <a:pt x="276" y="234"/>
                </a:cubicBezTo>
                <a:cubicBezTo>
                  <a:pt x="276" y="236"/>
                  <a:pt x="276" y="239"/>
                  <a:pt x="274" y="243"/>
                </a:cubicBezTo>
                <a:cubicBezTo>
                  <a:pt x="265" y="269"/>
                  <a:pt x="250" y="290"/>
                  <a:pt x="229" y="305"/>
                </a:cubicBezTo>
                <a:cubicBezTo>
                  <a:pt x="209" y="320"/>
                  <a:pt x="184" y="328"/>
                  <a:pt x="158" y="328"/>
                </a:cubicBezTo>
                <a:cubicBezTo>
                  <a:pt x="113" y="328"/>
                  <a:pt x="75" y="311"/>
                  <a:pt x="45" y="279"/>
                </a:cubicBezTo>
                <a:cubicBezTo>
                  <a:pt x="16" y="246"/>
                  <a:pt x="0" y="208"/>
                  <a:pt x="0" y="165"/>
                </a:cubicBezTo>
                <a:moveTo>
                  <a:pt x="218" y="123"/>
                </a:moveTo>
                <a:cubicBezTo>
                  <a:pt x="213" y="62"/>
                  <a:pt x="189" y="30"/>
                  <a:pt x="149" y="26"/>
                </a:cubicBezTo>
                <a:lnTo>
                  <a:pt x="148" y="26"/>
                </a:lnTo>
                <a:cubicBezTo>
                  <a:pt x="144" y="26"/>
                  <a:pt x="140" y="27"/>
                  <a:pt x="137" y="27"/>
                </a:cubicBezTo>
                <a:cubicBezTo>
                  <a:pt x="133" y="28"/>
                  <a:pt x="127" y="29"/>
                  <a:pt x="119" y="33"/>
                </a:cubicBezTo>
                <a:cubicBezTo>
                  <a:pt x="111" y="36"/>
                  <a:pt x="104" y="41"/>
                  <a:pt x="98" y="48"/>
                </a:cubicBezTo>
                <a:cubicBezTo>
                  <a:pt x="92" y="54"/>
                  <a:pt x="87" y="64"/>
                  <a:pt x="82" y="77"/>
                </a:cubicBezTo>
                <a:cubicBezTo>
                  <a:pt x="77" y="90"/>
                  <a:pt x="73" y="105"/>
                  <a:pt x="70" y="124"/>
                </a:cubicBezTo>
                <a:lnTo>
                  <a:pt x="70" y="129"/>
                </a:lnTo>
                <a:lnTo>
                  <a:pt x="218" y="129"/>
                </a:lnTo>
                <a:lnTo>
                  <a:pt x="218" y="12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733000" y="4526640"/>
            <a:ext cx="142920" cy="175320"/>
          </a:xfrm>
          <a:custGeom>
            <a:avLst/>
            <a:gdLst/>
            <a:ahLst/>
            <a:rect l="0" t="0" r="r" b="b"/>
            <a:pathLst>
              <a:path w="397" h="487">
                <a:moveTo>
                  <a:pt x="73" y="43"/>
                </a:moveTo>
                <a:cubicBezTo>
                  <a:pt x="70" y="40"/>
                  <a:pt x="67" y="38"/>
                  <a:pt x="65" y="37"/>
                </a:cubicBezTo>
                <a:cubicBezTo>
                  <a:pt x="63" y="36"/>
                  <a:pt x="60" y="35"/>
                  <a:pt x="54" y="35"/>
                </a:cubicBezTo>
                <a:cubicBezTo>
                  <a:pt x="48" y="34"/>
                  <a:pt x="38" y="33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3" y="1"/>
                  <a:pt x="48" y="2"/>
                  <a:pt x="112" y="2"/>
                </a:cubicBezTo>
                <a:cubicBezTo>
                  <a:pt x="180" y="2"/>
                  <a:pt x="219" y="1"/>
                  <a:pt x="231" y="0"/>
                </a:cubicBezTo>
                <a:lnTo>
                  <a:pt x="239" y="0"/>
                </a:lnTo>
                <a:lnTo>
                  <a:pt x="239" y="33"/>
                </a:lnTo>
                <a:lnTo>
                  <a:pt x="220" y="33"/>
                </a:lnTo>
                <a:cubicBezTo>
                  <a:pt x="192" y="33"/>
                  <a:pt x="174" y="33"/>
                  <a:pt x="167" y="34"/>
                </a:cubicBezTo>
                <a:cubicBezTo>
                  <a:pt x="160" y="35"/>
                  <a:pt x="154" y="38"/>
                  <a:pt x="149" y="43"/>
                </a:cubicBezTo>
                <a:lnTo>
                  <a:pt x="148" y="242"/>
                </a:lnTo>
                <a:lnTo>
                  <a:pt x="148" y="395"/>
                </a:lnTo>
                <a:cubicBezTo>
                  <a:pt x="148" y="429"/>
                  <a:pt x="149" y="448"/>
                  <a:pt x="152" y="450"/>
                </a:cubicBezTo>
                <a:cubicBezTo>
                  <a:pt x="155" y="452"/>
                  <a:pt x="173" y="453"/>
                  <a:pt x="206" y="453"/>
                </a:cubicBezTo>
                <a:cubicBezTo>
                  <a:pt x="240" y="453"/>
                  <a:pt x="263" y="452"/>
                  <a:pt x="275" y="449"/>
                </a:cubicBezTo>
                <a:cubicBezTo>
                  <a:pt x="303" y="441"/>
                  <a:pt x="324" y="428"/>
                  <a:pt x="337" y="409"/>
                </a:cubicBezTo>
                <a:cubicBezTo>
                  <a:pt x="351" y="390"/>
                  <a:pt x="360" y="363"/>
                  <a:pt x="365" y="330"/>
                </a:cubicBezTo>
                <a:cubicBezTo>
                  <a:pt x="365" y="327"/>
                  <a:pt x="365" y="323"/>
                  <a:pt x="365" y="318"/>
                </a:cubicBezTo>
                <a:cubicBezTo>
                  <a:pt x="366" y="312"/>
                  <a:pt x="366" y="305"/>
                  <a:pt x="367" y="300"/>
                </a:cubicBezTo>
                <a:cubicBezTo>
                  <a:pt x="368" y="295"/>
                  <a:pt x="369" y="292"/>
                  <a:pt x="369" y="292"/>
                </a:cubicBezTo>
                <a:cubicBezTo>
                  <a:pt x="369" y="292"/>
                  <a:pt x="374" y="292"/>
                  <a:pt x="383" y="292"/>
                </a:cubicBezTo>
                <a:lnTo>
                  <a:pt x="397" y="292"/>
                </a:lnTo>
                <a:lnTo>
                  <a:pt x="397" y="295"/>
                </a:lnTo>
                <a:cubicBezTo>
                  <a:pt x="396" y="297"/>
                  <a:pt x="393" y="329"/>
                  <a:pt x="387" y="389"/>
                </a:cubicBezTo>
                <a:cubicBezTo>
                  <a:pt x="382" y="450"/>
                  <a:pt x="378" y="481"/>
                  <a:pt x="377" y="483"/>
                </a:cubicBezTo>
                <a:lnTo>
                  <a:pt x="377" y="487"/>
                </a:lnTo>
                <a:lnTo>
                  <a:pt x="0" y="487"/>
                </a:lnTo>
                <a:lnTo>
                  <a:pt x="0" y="454"/>
                </a:lnTo>
                <a:lnTo>
                  <a:pt x="23" y="454"/>
                </a:lnTo>
                <a:cubicBezTo>
                  <a:pt x="43" y="454"/>
                  <a:pt x="55" y="453"/>
                  <a:pt x="60" y="452"/>
                </a:cubicBezTo>
                <a:cubicBezTo>
                  <a:pt x="64" y="451"/>
                  <a:pt x="68" y="448"/>
                  <a:pt x="73" y="444"/>
                </a:cubicBezTo>
                <a:lnTo>
                  <a:pt x="73" y="4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893200" y="4526640"/>
            <a:ext cx="179280" cy="181080"/>
          </a:xfrm>
          <a:custGeom>
            <a:avLst/>
            <a:gdLst/>
            <a:ahLst/>
            <a:rect l="0" t="0" r="r" b="b"/>
            <a:pathLst>
              <a:path w="498" h="503">
                <a:moveTo>
                  <a:pt x="73" y="43"/>
                </a:moveTo>
                <a:cubicBezTo>
                  <a:pt x="70" y="40"/>
                  <a:pt x="67" y="38"/>
                  <a:pt x="65" y="37"/>
                </a:cubicBezTo>
                <a:cubicBezTo>
                  <a:pt x="63" y="36"/>
                  <a:pt x="59" y="35"/>
                  <a:pt x="54" y="35"/>
                </a:cubicBezTo>
                <a:cubicBezTo>
                  <a:pt x="48" y="34"/>
                  <a:pt x="38" y="33"/>
                  <a:pt x="23" y="33"/>
                </a:cubicBezTo>
                <a:lnTo>
                  <a:pt x="0" y="33"/>
                </a:lnTo>
                <a:lnTo>
                  <a:pt x="0" y="0"/>
                </a:lnTo>
                <a:lnTo>
                  <a:pt x="8" y="0"/>
                </a:lnTo>
                <a:cubicBezTo>
                  <a:pt x="17" y="1"/>
                  <a:pt x="52" y="2"/>
                  <a:pt x="110" y="2"/>
                </a:cubicBezTo>
                <a:cubicBezTo>
                  <a:pt x="174" y="2"/>
                  <a:pt x="208" y="1"/>
                  <a:pt x="213" y="0"/>
                </a:cubicBezTo>
                <a:lnTo>
                  <a:pt x="220" y="0"/>
                </a:lnTo>
                <a:lnTo>
                  <a:pt x="220" y="33"/>
                </a:lnTo>
                <a:lnTo>
                  <a:pt x="197" y="33"/>
                </a:lnTo>
                <a:cubicBezTo>
                  <a:pt x="178" y="33"/>
                  <a:pt x="166" y="34"/>
                  <a:pt x="161" y="35"/>
                </a:cubicBezTo>
                <a:cubicBezTo>
                  <a:pt x="155" y="36"/>
                  <a:pt x="151" y="38"/>
                  <a:pt x="148" y="43"/>
                </a:cubicBezTo>
                <a:lnTo>
                  <a:pt x="147" y="188"/>
                </a:lnTo>
                <a:lnTo>
                  <a:pt x="147" y="280"/>
                </a:lnTo>
                <a:cubicBezTo>
                  <a:pt x="147" y="328"/>
                  <a:pt x="149" y="363"/>
                  <a:pt x="153" y="384"/>
                </a:cubicBezTo>
                <a:cubicBezTo>
                  <a:pt x="157" y="405"/>
                  <a:pt x="166" y="423"/>
                  <a:pt x="181" y="439"/>
                </a:cubicBezTo>
                <a:cubicBezTo>
                  <a:pt x="203" y="460"/>
                  <a:pt x="228" y="470"/>
                  <a:pt x="259" y="470"/>
                </a:cubicBezTo>
                <a:cubicBezTo>
                  <a:pt x="291" y="470"/>
                  <a:pt x="318" y="460"/>
                  <a:pt x="343" y="441"/>
                </a:cubicBezTo>
                <a:cubicBezTo>
                  <a:pt x="368" y="422"/>
                  <a:pt x="383" y="394"/>
                  <a:pt x="389" y="357"/>
                </a:cubicBezTo>
                <a:cubicBezTo>
                  <a:pt x="391" y="346"/>
                  <a:pt x="392" y="292"/>
                  <a:pt x="392" y="194"/>
                </a:cubicBezTo>
                <a:lnTo>
                  <a:pt x="392" y="60"/>
                </a:lnTo>
                <a:cubicBezTo>
                  <a:pt x="389" y="56"/>
                  <a:pt x="387" y="52"/>
                  <a:pt x="385" y="50"/>
                </a:cubicBezTo>
                <a:cubicBezTo>
                  <a:pt x="383" y="47"/>
                  <a:pt x="377" y="44"/>
                  <a:pt x="368" y="40"/>
                </a:cubicBezTo>
                <a:cubicBezTo>
                  <a:pt x="358" y="35"/>
                  <a:pt x="346" y="33"/>
                  <a:pt x="331" y="33"/>
                </a:cubicBezTo>
                <a:lnTo>
                  <a:pt x="319" y="33"/>
                </a:lnTo>
                <a:lnTo>
                  <a:pt x="319" y="0"/>
                </a:lnTo>
                <a:lnTo>
                  <a:pt x="325" y="0"/>
                </a:lnTo>
                <a:cubicBezTo>
                  <a:pt x="332" y="1"/>
                  <a:pt x="360" y="2"/>
                  <a:pt x="409" y="2"/>
                </a:cubicBezTo>
                <a:cubicBezTo>
                  <a:pt x="457" y="2"/>
                  <a:pt x="485" y="1"/>
                  <a:pt x="492" y="0"/>
                </a:cubicBezTo>
                <a:lnTo>
                  <a:pt x="498" y="0"/>
                </a:lnTo>
                <a:lnTo>
                  <a:pt x="498" y="33"/>
                </a:lnTo>
                <a:lnTo>
                  <a:pt x="486" y="33"/>
                </a:lnTo>
                <a:cubicBezTo>
                  <a:pt x="451" y="34"/>
                  <a:pt x="431" y="44"/>
                  <a:pt x="426" y="60"/>
                </a:cubicBezTo>
                <a:lnTo>
                  <a:pt x="425" y="203"/>
                </a:lnTo>
                <a:cubicBezTo>
                  <a:pt x="424" y="300"/>
                  <a:pt x="424" y="352"/>
                  <a:pt x="422" y="359"/>
                </a:cubicBezTo>
                <a:cubicBezTo>
                  <a:pt x="422" y="359"/>
                  <a:pt x="422" y="361"/>
                  <a:pt x="421" y="365"/>
                </a:cubicBezTo>
                <a:cubicBezTo>
                  <a:pt x="411" y="407"/>
                  <a:pt x="391" y="440"/>
                  <a:pt x="361" y="465"/>
                </a:cubicBezTo>
                <a:cubicBezTo>
                  <a:pt x="330" y="490"/>
                  <a:pt x="297" y="502"/>
                  <a:pt x="259" y="503"/>
                </a:cubicBezTo>
                <a:cubicBezTo>
                  <a:pt x="218" y="503"/>
                  <a:pt x="180" y="490"/>
                  <a:pt x="143" y="463"/>
                </a:cubicBezTo>
                <a:cubicBezTo>
                  <a:pt x="106" y="437"/>
                  <a:pt x="83" y="400"/>
                  <a:pt x="74" y="350"/>
                </a:cubicBezTo>
                <a:cubicBezTo>
                  <a:pt x="74" y="346"/>
                  <a:pt x="73" y="294"/>
                  <a:pt x="73" y="193"/>
                </a:cubicBezTo>
                <a:lnTo>
                  <a:pt x="73" y="4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132240" y="4330080"/>
            <a:ext cx="126360" cy="615240"/>
          </a:xfrm>
          <a:custGeom>
            <a:avLst/>
            <a:gdLst/>
            <a:ahLst/>
            <a:rect l="0" t="0" r="r" b="b"/>
            <a:pathLst>
              <a:path w="351" h="1709">
                <a:moveTo>
                  <a:pt x="351" y="1702"/>
                </a:moveTo>
                <a:cubicBezTo>
                  <a:pt x="351" y="1704"/>
                  <a:pt x="350" y="1706"/>
                  <a:pt x="347" y="1709"/>
                </a:cubicBezTo>
                <a:lnTo>
                  <a:pt x="325" y="1709"/>
                </a:lnTo>
                <a:cubicBezTo>
                  <a:pt x="324" y="1708"/>
                  <a:pt x="318" y="1701"/>
                  <a:pt x="305" y="1690"/>
                </a:cubicBezTo>
                <a:cubicBezTo>
                  <a:pt x="293" y="1678"/>
                  <a:pt x="281" y="1667"/>
                  <a:pt x="272" y="1659"/>
                </a:cubicBezTo>
                <a:cubicBezTo>
                  <a:pt x="263" y="1650"/>
                  <a:pt x="250" y="1636"/>
                  <a:pt x="234" y="1616"/>
                </a:cubicBezTo>
                <a:cubicBezTo>
                  <a:pt x="217" y="1595"/>
                  <a:pt x="202" y="1576"/>
                  <a:pt x="190" y="1558"/>
                </a:cubicBezTo>
                <a:cubicBezTo>
                  <a:pt x="177" y="1540"/>
                  <a:pt x="162" y="1516"/>
                  <a:pt x="145" y="1486"/>
                </a:cubicBezTo>
                <a:cubicBezTo>
                  <a:pt x="128" y="1456"/>
                  <a:pt x="113" y="1426"/>
                  <a:pt x="101" y="1397"/>
                </a:cubicBezTo>
                <a:cubicBezTo>
                  <a:pt x="88" y="1368"/>
                  <a:pt x="75" y="1332"/>
                  <a:pt x="61" y="1291"/>
                </a:cubicBezTo>
                <a:cubicBezTo>
                  <a:pt x="48" y="1250"/>
                  <a:pt x="37" y="1208"/>
                  <a:pt x="29" y="1166"/>
                </a:cubicBezTo>
                <a:cubicBezTo>
                  <a:pt x="22" y="1123"/>
                  <a:pt x="15" y="1075"/>
                  <a:pt x="9" y="1021"/>
                </a:cubicBezTo>
                <a:cubicBezTo>
                  <a:pt x="3" y="967"/>
                  <a:pt x="0" y="912"/>
                  <a:pt x="0" y="855"/>
                </a:cubicBezTo>
                <a:cubicBezTo>
                  <a:pt x="0" y="516"/>
                  <a:pt x="87" y="253"/>
                  <a:pt x="259" y="64"/>
                </a:cubicBezTo>
                <a:cubicBezTo>
                  <a:pt x="270" y="52"/>
                  <a:pt x="280" y="41"/>
                  <a:pt x="290" y="32"/>
                </a:cubicBezTo>
                <a:cubicBezTo>
                  <a:pt x="300" y="23"/>
                  <a:pt x="308" y="16"/>
                  <a:pt x="314" y="9"/>
                </a:cubicBezTo>
                <a:cubicBezTo>
                  <a:pt x="321" y="3"/>
                  <a:pt x="324" y="0"/>
                  <a:pt x="325" y="0"/>
                </a:cubicBezTo>
                <a:lnTo>
                  <a:pt x="347" y="0"/>
                </a:lnTo>
                <a:cubicBezTo>
                  <a:pt x="350" y="3"/>
                  <a:pt x="351" y="5"/>
                  <a:pt x="351" y="7"/>
                </a:cubicBezTo>
                <a:cubicBezTo>
                  <a:pt x="351" y="9"/>
                  <a:pt x="347" y="15"/>
                  <a:pt x="337" y="25"/>
                </a:cubicBezTo>
                <a:cubicBezTo>
                  <a:pt x="328" y="35"/>
                  <a:pt x="315" y="49"/>
                  <a:pt x="300" y="67"/>
                </a:cubicBezTo>
                <a:cubicBezTo>
                  <a:pt x="284" y="85"/>
                  <a:pt x="267" y="108"/>
                  <a:pt x="248" y="135"/>
                </a:cubicBezTo>
                <a:cubicBezTo>
                  <a:pt x="229" y="162"/>
                  <a:pt x="210" y="196"/>
                  <a:pt x="190" y="236"/>
                </a:cubicBezTo>
                <a:cubicBezTo>
                  <a:pt x="171" y="277"/>
                  <a:pt x="153" y="323"/>
                  <a:pt x="136" y="372"/>
                </a:cubicBezTo>
                <a:cubicBezTo>
                  <a:pt x="120" y="422"/>
                  <a:pt x="105" y="482"/>
                  <a:pt x="93" y="552"/>
                </a:cubicBezTo>
                <a:cubicBezTo>
                  <a:pt x="82" y="622"/>
                  <a:pt x="74" y="697"/>
                  <a:pt x="71" y="778"/>
                </a:cubicBezTo>
                <a:cubicBezTo>
                  <a:pt x="70" y="796"/>
                  <a:pt x="69" y="822"/>
                  <a:pt x="69" y="855"/>
                </a:cubicBezTo>
                <a:cubicBezTo>
                  <a:pt x="69" y="1040"/>
                  <a:pt x="92" y="1201"/>
                  <a:pt x="136" y="1339"/>
                </a:cubicBezTo>
                <a:cubicBezTo>
                  <a:pt x="181" y="1477"/>
                  <a:pt x="250" y="1595"/>
                  <a:pt x="344" y="1691"/>
                </a:cubicBezTo>
                <a:cubicBezTo>
                  <a:pt x="349" y="1697"/>
                  <a:pt x="351" y="1700"/>
                  <a:pt x="351" y="1702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6271920" y="4543920"/>
            <a:ext cx="81000" cy="160560"/>
          </a:xfrm>
          <a:custGeom>
            <a:avLst/>
            <a:gdLst/>
            <a:ahLst/>
            <a:rect l="0" t="0" r="r" b="b"/>
            <a:pathLst>
              <a:path w="225" h="446">
                <a:moveTo>
                  <a:pt x="7" y="139"/>
                </a:moveTo>
                <a:cubicBezTo>
                  <a:pt x="32" y="137"/>
                  <a:pt x="51" y="123"/>
                  <a:pt x="65" y="99"/>
                </a:cubicBezTo>
                <a:cubicBezTo>
                  <a:pt x="79" y="74"/>
                  <a:pt x="86" y="45"/>
                  <a:pt x="88" y="11"/>
                </a:cubicBezTo>
                <a:lnTo>
                  <a:pt x="88" y="0"/>
                </a:lnTo>
                <a:lnTo>
                  <a:pt x="116" y="0"/>
                </a:lnTo>
                <a:lnTo>
                  <a:pt x="116" y="132"/>
                </a:lnTo>
                <a:lnTo>
                  <a:pt x="213" y="132"/>
                </a:lnTo>
                <a:lnTo>
                  <a:pt x="213" y="165"/>
                </a:lnTo>
                <a:lnTo>
                  <a:pt x="116" y="165"/>
                </a:lnTo>
                <a:lnTo>
                  <a:pt x="116" y="267"/>
                </a:lnTo>
                <a:cubicBezTo>
                  <a:pt x="117" y="327"/>
                  <a:pt x="117" y="360"/>
                  <a:pt x="117" y="368"/>
                </a:cubicBezTo>
                <a:cubicBezTo>
                  <a:pt x="117" y="375"/>
                  <a:pt x="119" y="383"/>
                  <a:pt x="122" y="391"/>
                </a:cubicBezTo>
                <a:cubicBezTo>
                  <a:pt x="129" y="409"/>
                  <a:pt x="140" y="418"/>
                  <a:pt x="157" y="418"/>
                </a:cubicBezTo>
                <a:cubicBezTo>
                  <a:pt x="179" y="418"/>
                  <a:pt x="191" y="401"/>
                  <a:pt x="196" y="368"/>
                </a:cubicBezTo>
                <a:cubicBezTo>
                  <a:pt x="197" y="364"/>
                  <a:pt x="197" y="353"/>
                  <a:pt x="197" y="335"/>
                </a:cubicBezTo>
                <a:lnTo>
                  <a:pt x="197" y="310"/>
                </a:lnTo>
                <a:lnTo>
                  <a:pt x="225" y="310"/>
                </a:lnTo>
                <a:lnTo>
                  <a:pt x="225" y="335"/>
                </a:lnTo>
                <a:lnTo>
                  <a:pt x="225" y="344"/>
                </a:lnTo>
                <a:cubicBezTo>
                  <a:pt x="225" y="380"/>
                  <a:pt x="215" y="408"/>
                  <a:pt x="195" y="427"/>
                </a:cubicBezTo>
                <a:cubicBezTo>
                  <a:pt x="183" y="440"/>
                  <a:pt x="166" y="446"/>
                  <a:pt x="145" y="446"/>
                </a:cubicBezTo>
                <a:cubicBezTo>
                  <a:pt x="129" y="446"/>
                  <a:pt x="115" y="443"/>
                  <a:pt x="103" y="438"/>
                </a:cubicBezTo>
                <a:cubicBezTo>
                  <a:pt x="91" y="432"/>
                  <a:pt x="82" y="424"/>
                  <a:pt x="76" y="415"/>
                </a:cubicBezTo>
                <a:cubicBezTo>
                  <a:pt x="69" y="406"/>
                  <a:pt x="65" y="398"/>
                  <a:pt x="62" y="391"/>
                </a:cubicBezTo>
                <a:cubicBezTo>
                  <a:pt x="59" y="383"/>
                  <a:pt x="58" y="375"/>
                  <a:pt x="57" y="368"/>
                </a:cubicBezTo>
                <a:cubicBezTo>
                  <a:pt x="57" y="364"/>
                  <a:pt x="56" y="329"/>
                  <a:pt x="56" y="262"/>
                </a:cubicBezTo>
                <a:lnTo>
                  <a:pt x="56" y="165"/>
                </a:lnTo>
                <a:lnTo>
                  <a:pt x="0" y="165"/>
                </a:lnTo>
                <a:lnTo>
                  <a:pt x="0" y="139"/>
                </a:lnTo>
                <a:lnTo>
                  <a:pt x="7" y="13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375600" y="4586760"/>
            <a:ext cx="118080" cy="118080"/>
          </a:xfrm>
          <a:custGeom>
            <a:avLst/>
            <a:gdLst/>
            <a:ahLst/>
            <a:rect l="0" t="0" r="r" b="b"/>
            <a:pathLst>
              <a:path w="328" h="328">
                <a:moveTo>
                  <a:pt x="75" y="102"/>
                </a:moveTo>
                <a:cubicBezTo>
                  <a:pt x="75" y="102"/>
                  <a:pt x="70" y="102"/>
                  <a:pt x="59" y="102"/>
                </a:cubicBezTo>
                <a:cubicBezTo>
                  <a:pt x="48" y="102"/>
                  <a:pt x="39" y="98"/>
                  <a:pt x="32" y="91"/>
                </a:cubicBezTo>
                <a:cubicBezTo>
                  <a:pt x="25" y="84"/>
                  <a:pt x="21" y="75"/>
                  <a:pt x="21" y="63"/>
                </a:cubicBezTo>
                <a:cubicBezTo>
                  <a:pt x="21" y="47"/>
                  <a:pt x="29" y="32"/>
                  <a:pt x="45" y="19"/>
                </a:cubicBezTo>
                <a:cubicBezTo>
                  <a:pt x="62" y="6"/>
                  <a:pt x="91" y="0"/>
                  <a:pt x="132" y="0"/>
                </a:cubicBezTo>
                <a:cubicBezTo>
                  <a:pt x="167" y="0"/>
                  <a:pt x="195" y="8"/>
                  <a:pt x="216" y="23"/>
                </a:cubicBezTo>
                <a:cubicBezTo>
                  <a:pt x="238" y="38"/>
                  <a:pt x="252" y="56"/>
                  <a:pt x="259" y="77"/>
                </a:cubicBezTo>
                <a:cubicBezTo>
                  <a:pt x="261" y="84"/>
                  <a:pt x="263" y="91"/>
                  <a:pt x="263" y="99"/>
                </a:cubicBezTo>
                <a:cubicBezTo>
                  <a:pt x="263" y="107"/>
                  <a:pt x="263" y="134"/>
                  <a:pt x="263" y="182"/>
                </a:cubicBezTo>
                <a:lnTo>
                  <a:pt x="263" y="232"/>
                </a:lnTo>
                <a:cubicBezTo>
                  <a:pt x="263" y="254"/>
                  <a:pt x="265" y="270"/>
                  <a:pt x="267" y="279"/>
                </a:cubicBezTo>
                <a:cubicBezTo>
                  <a:pt x="269" y="287"/>
                  <a:pt x="274" y="291"/>
                  <a:pt x="282" y="291"/>
                </a:cubicBezTo>
                <a:cubicBezTo>
                  <a:pt x="289" y="291"/>
                  <a:pt x="294" y="288"/>
                  <a:pt x="296" y="280"/>
                </a:cubicBezTo>
                <a:cubicBezTo>
                  <a:pt x="298" y="272"/>
                  <a:pt x="300" y="260"/>
                  <a:pt x="300" y="242"/>
                </a:cubicBezTo>
                <a:lnTo>
                  <a:pt x="300" y="217"/>
                </a:lnTo>
                <a:lnTo>
                  <a:pt x="328" y="217"/>
                </a:lnTo>
                <a:lnTo>
                  <a:pt x="328" y="244"/>
                </a:lnTo>
                <a:cubicBezTo>
                  <a:pt x="328" y="263"/>
                  <a:pt x="327" y="275"/>
                  <a:pt x="326" y="278"/>
                </a:cubicBezTo>
                <a:cubicBezTo>
                  <a:pt x="322" y="292"/>
                  <a:pt x="313" y="303"/>
                  <a:pt x="301" y="311"/>
                </a:cubicBezTo>
                <a:cubicBezTo>
                  <a:pt x="289" y="319"/>
                  <a:pt x="276" y="324"/>
                  <a:pt x="262" y="324"/>
                </a:cubicBezTo>
                <a:cubicBezTo>
                  <a:pt x="248" y="325"/>
                  <a:pt x="237" y="320"/>
                  <a:pt x="229" y="311"/>
                </a:cubicBezTo>
                <a:cubicBezTo>
                  <a:pt x="220" y="302"/>
                  <a:pt x="214" y="292"/>
                  <a:pt x="211" y="281"/>
                </a:cubicBezTo>
                <a:lnTo>
                  <a:pt x="211" y="279"/>
                </a:lnTo>
                <a:lnTo>
                  <a:pt x="210" y="281"/>
                </a:lnTo>
                <a:cubicBezTo>
                  <a:pt x="209" y="282"/>
                  <a:pt x="208" y="284"/>
                  <a:pt x="206" y="285"/>
                </a:cubicBezTo>
                <a:cubicBezTo>
                  <a:pt x="205" y="286"/>
                  <a:pt x="203" y="289"/>
                  <a:pt x="201" y="291"/>
                </a:cubicBezTo>
                <a:cubicBezTo>
                  <a:pt x="198" y="294"/>
                  <a:pt x="196" y="297"/>
                  <a:pt x="192" y="299"/>
                </a:cubicBezTo>
                <a:cubicBezTo>
                  <a:pt x="189" y="302"/>
                  <a:pt x="185" y="305"/>
                  <a:pt x="182" y="308"/>
                </a:cubicBezTo>
                <a:cubicBezTo>
                  <a:pt x="178" y="311"/>
                  <a:pt x="173" y="314"/>
                  <a:pt x="169" y="316"/>
                </a:cubicBezTo>
                <a:cubicBezTo>
                  <a:pt x="164" y="318"/>
                  <a:pt x="159" y="319"/>
                  <a:pt x="153" y="321"/>
                </a:cubicBezTo>
                <a:cubicBezTo>
                  <a:pt x="147" y="323"/>
                  <a:pt x="141" y="325"/>
                  <a:pt x="135" y="326"/>
                </a:cubicBezTo>
                <a:cubicBezTo>
                  <a:pt x="128" y="327"/>
                  <a:pt x="121" y="327"/>
                  <a:pt x="112" y="328"/>
                </a:cubicBezTo>
                <a:cubicBezTo>
                  <a:pt x="84" y="328"/>
                  <a:pt x="58" y="320"/>
                  <a:pt x="35" y="306"/>
                </a:cubicBezTo>
                <a:cubicBezTo>
                  <a:pt x="12" y="291"/>
                  <a:pt x="0" y="270"/>
                  <a:pt x="0" y="244"/>
                </a:cubicBezTo>
                <a:cubicBezTo>
                  <a:pt x="0" y="234"/>
                  <a:pt x="2" y="224"/>
                  <a:pt x="5" y="215"/>
                </a:cubicBezTo>
                <a:cubicBezTo>
                  <a:pt x="9" y="206"/>
                  <a:pt x="15" y="197"/>
                  <a:pt x="25" y="186"/>
                </a:cubicBezTo>
                <a:cubicBezTo>
                  <a:pt x="34" y="176"/>
                  <a:pt x="46" y="167"/>
                  <a:pt x="60" y="160"/>
                </a:cubicBezTo>
                <a:cubicBezTo>
                  <a:pt x="73" y="153"/>
                  <a:pt x="92" y="146"/>
                  <a:pt x="115" y="140"/>
                </a:cubicBezTo>
                <a:cubicBezTo>
                  <a:pt x="139" y="133"/>
                  <a:pt x="165" y="129"/>
                  <a:pt x="194" y="128"/>
                </a:cubicBezTo>
                <a:lnTo>
                  <a:pt x="204" y="128"/>
                </a:lnTo>
                <a:lnTo>
                  <a:pt x="204" y="113"/>
                </a:lnTo>
                <a:cubicBezTo>
                  <a:pt x="204" y="96"/>
                  <a:pt x="202" y="85"/>
                  <a:pt x="199" y="77"/>
                </a:cubicBezTo>
                <a:cubicBezTo>
                  <a:pt x="189" y="43"/>
                  <a:pt x="166" y="26"/>
                  <a:pt x="130" y="26"/>
                </a:cubicBezTo>
                <a:cubicBezTo>
                  <a:pt x="122" y="26"/>
                  <a:pt x="114" y="27"/>
                  <a:pt x="106" y="27"/>
                </a:cubicBezTo>
                <a:cubicBezTo>
                  <a:pt x="98" y="28"/>
                  <a:pt x="93" y="29"/>
                  <a:pt x="88" y="30"/>
                </a:cubicBezTo>
                <a:cubicBezTo>
                  <a:pt x="84" y="31"/>
                  <a:pt x="82" y="32"/>
                  <a:pt x="83" y="32"/>
                </a:cubicBezTo>
                <a:cubicBezTo>
                  <a:pt x="93" y="39"/>
                  <a:pt x="98" y="50"/>
                  <a:pt x="98" y="63"/>
                </a:cubicBezTo>
                <a:cubicBezTo>
                  <a:pt x="98" y="75"/>
                  <a:pt x="94" y="85"/>
                  <a:pt x="87" y="91"/>
                </a:cubicBezTo>
                <a:lnTo>
                  <a:pt x="75" y="102"/>
                </a:lnTo>
                <a:moveTo>
                  <a:pt x="67" y="244"/>
                </a:moveTo>
                <a:cubicBezTo>
                  <a:pt x="67" y="259"/>
                  <a:pt x="73" y="272"/>
                  <a:pt x="84" y="284"/>
                </a:cubicBezTo>
                <a:cubicBezTo>
                  <a:pt x="95" y="295"/>
                  <a:pt x="109" y="301"/>
                  <a:pt x="126" y="301"/>
                </a:cubicBezTo>
                <a:cubicBezTo>
                  <a:pt x="144" y="301"/>
                  <a:pt x="160" y="296"/>
                  <a:pt x="174" y="285"/>
                </a:cubicBezTo>
                <a:cubicBezTo>
                  <a:pt x="187" y="274"/>
                  <a:pt x="197" y="260"/>
                  <a:pt x="201" y="242"/>
                </a:cubicBezTo>
                <a:cubicBezTo>
                  <a:pt x="202" y="239"/>
                  <a:pt x="203" y="223"/>
                  <a:pt x="204" y="195"/>
                </a:cubicBezTo>
                <a:cubicBezTo>
                  <a:pt x="204" y="168"/>
                  <a:pt x="203" y="154"/>
                  <a:pt x="203" y="154"/>
                </a:cubicBezTo>
                <a:cubicBezTo>
                  <a:pt x="199" y="154"/>
                  <a:pt x="194" y="154"/>
                  <a:pt x="188" y="155"/>
                </a:cubicBezTo>
                <a:cubicBezTo>
                  <a:pt x="182" y="155"/>
                  <a:pt x="171" y="157"/>
                  <a:pt x="156" y="161"/>
                </a:cubicBezTo>
                <a:cubicBezTo>
                  <a:pt x="141" y="165"/>
                  <a:pt x="127" y="170"/>
                  <a:pt x="115" y="175"/>
                </a:cubicBezTo>
                <a:cubicBezTo>
                  <a:pt x="102" y="181"/>
                  <a:pt x="91" y="190"/>
                  <a:pt x="82" y="202"/>
                </a:cubicBezTo>
                <a:cubicBezTo>
                  <a:pt x="72" y="214"/>
                  <a:pt x="67" y="228"/>
                  <a:pt x="67" y="2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501600" y="4588200"/>
            <a:ext cx="132840" cy="113760"/>
          </a:xfrm>
          <a:custGeom>
            <a:avLst/>
            <a:gdLst/>
            <a:ahLst/>
            <a:rect l="0" t="0" r="r" b="b"/>
            <a:pathLst>
              <a:path w="369" h="316">
                <a:moveTo>
                  <a:pt x="11" y="282"/>
                </a:moveTo>
                <a:lnTo>
                  <a:pt x="21" y="282"/>
                </a:lnTo>
                <a:cubicBezTo>
                  <a:pt x="40" y="282"/>
                  <a:pt x="51" y="279"/>
                  <a:pt x="55" y="272"/>
                </a:cubicBezTo>
                <a:lnTo>
                  <a:pt x="55" y="267"/>
                </a:lnTo>
                <a:cubicBezTo>
                  <a:pt x="55" y="262"/>
                  <a:pt x="55" y="257"/>
                  <a:pt x="55" y="250"/>
                </a:cubicBezTo>
                <a:cubicBezTo>
                  <a:pt x="55" y="244"/>
                  <a:pt x="55" y="236"/>
                  <a:pt x="55" y="228"/>
                </a:cubicBezTo>
                <a:cubicBezTo>
                  <a:pt x="55" y="220"/>
                  <a:pt x="55" y="211"/>
                  <a:pt x="55" y="200"/>
                </a:cubicBezTo>
                <a:cubicBezTo>
                  <a:pt x="56" y="190"/>
                  <a:pt x="56" y="180"/>
                  <a:pt x="55" y="170"/>
                </a:cubicBezTo>
                <a:cubicBezTo>
                  <a:pt x="55" y="156"/>
                  <a:pt x="55" y="140"/>
                  <a:pt x="55" y="123"/>
                </a:cubicBezTo>
                <a:cubicBezTo>
                  <a:pt x="55" y="107"/>
                  <a:pt x="55" y="93"/>
                  <a:pt x="55" y="81"/>
                </a:cubicBezTo>
                <a:lnTo>
                  <a:pt x="55" y="65"/>
                </a:lnTo>
                <a:cubicBezTo>
                  <a:pt x="53" y="56"/>
                  <a:pt x="50" y="50"/>
                  <a:pt x="45" y="47"/>
                </a:cubicBezTo>
                <a:cubicBezTo>
                  <a:pt x="40" y="44"/>
                  <a:pt x="29" y="42"/>
                  <a:pt x="13" y="41"/>
                </a:cubicBezTo>
                <a:lnTo>
                  <a:pt x="0" y="41"/>
                </a:lnTo>
                <a:lnTo>
                  <a:pt x="0" y="25"/>
                </a:lnTo>
                <a:cubicBezTo>
                  <a:pt x="0" y="14"/>
                  <a:pt x="0" y="8"/>
                  <a:pt x="1" y="8"/>
                </a:cubicBezTo>
                <a:lnTo>
                  <a:pt x="8" y="7"/>
                </a:lnTo>
                <a:cubicBezTo>
                  <a:pt x="13" y="7"/>
                  <a:pt x="20" y="6"/>
                  <a:pt x="28" y="6"/>
                </a:cubicBezTo>
                <a:cubicBezTo>
                  <a:pt x="37" y="6"/>
                  <a:pt x="46" y="5"/>
                  <a:pt x="55" y="5"/>
                </a:cubicBezTo>
                <a:cubicBezTo>
                  <a:pt x="63" y="4"/>
                  <a:pt x="71" y="4"/>
                  <a:pt x="80" y="3"/>
                </a:cubicBezTo>
                <a:cubicBezTo>
                  <a:pt x="89" y="3"/>
                  <a:pt x="96" y="2"/>
                  <a:pt x="101" y="1"/>
                </a:cubicBezTo>
                <a:cubicBezTo>
                  <a:pt x="106" y="0"/>
                  <a:pt x="108" y="0"/>
                  <a:pt x="109" y="0"/>
                </a:cubicBezTo>
                <a:lnTo>
                  <a:pt x="111" y="0"/>
                </a:lnTo>
                <a:lnTo>
                  <a:pt x="111" y="29"/>
                </a:lnTo>
                <a:cubicBezTo>
                  <a:pt x="111" y="47"/>
                  <a:pt x="111" y="56"/>
                  <a:pt x="112" y="56"/>
                </a:cubicBezTo>
                <a:cubicBezTo>
                  <a:pt x="112" y="56"/>
                  <a:pt x="113" y="55"/>
                  <a:pt x="115" y="52"/>
                </a:cubicBezTo>
                <a:cubicBezTo>
                  <a:pt x="117" y="50"/>
                  <a:pt x="120" y="46"/>
                  <a:pt x="124" y="42"/>
                </a:cubicBezTo>
                <a:cubicBezTo>
                  <a:pt x="128" y="37"/>
                  <a:pt x="132" y="33"/>
                  <a:pt x="137" y="29"/>
                </a:cubicBezTo>
                <a:cubicBezTo>
                  <a:pt x="143" y="25"/>
                  <a:pt x="149" y="20"/>
                  <a:pt x="159" y="15"/>
                </a:cubicBezTo>
                <a:cubicBezTo>
                  <a:pt x="167" y="10"/>
                  <a:pt x="177" y="6"/>
                  <a:pt x="186" y="4"/>
                </a:cubicBezTo>
                <a:cubicBezTo>
                  <a:pt x="195" y="1"/>
                  <a:pt x="208" y="0"/>
                  <a:pt x="222" y="0"/>
                </a:cubicBezTo>
                <a:cubicBezTo>
                  <a:pt x="276" y="2"/>
                  <a:pt x="307" y="29"/>
                  <a:pt x="313" y="81"/>
                </a:cubicBezTo>
                <a:cubicBezTo>
                  <a:pt x="313" y="84"/>
                  <a:pt x="313" y="117"/>
                  <a:pt x="313" y="180"/>
                </a:cubicBezTo>
                <a:lnTo>
                  <a:pt x="313" y="241"/>
                </a:lnTo>
                <a:cubicBezTo>
                  <a:pt x="313" y="259"/>
                  <a:pt x="314" y="270"/>
                  <a:pt x="315" y="273"/>
                </a:cubicBezTo>
                <a:cubicBezTo>
                  <a:pt x="316" y="276"/>
                  <a:pt x="318" y="279"/>
                  <a:pt x="323" y="280"/>
                </a:cubicBezTo>
                <a:cubicBezTo>
                  <a:pt x="333" y="281"/>
                  <a:pt x="344" y="282"/>
                  <a:pt x="358" y="282"/>
                </a:cubicBezTo>
                <a:lnTo>
                  <a:pt x="369" y="282"/>
                </a:lnTo>
                <a:lnTo>
                  <a:pt x="369" y="316"/>
                </a:lnTo>
                <a:lnTo>
                  <a:pt x="363" y="316"/>
                </a:lnTo>
                <a:lnTo>
                  <a:pt x="346" y="315"/>
                </a:lnTo>
                <a:cubicBezTo>
                  <a:pt x="335" y="315"/>
                  <a:pt x="323" y="315"/>
                  <a:pt x="311" y="315"/>
                </a:cubicBezTo>
                <a:cubicBezTo>
                  <a:pt x="298" y="315"/>
                  <a:pt x="289" y="314"/>
                  <a:pt x="284" y="314"/>
                </a:cubicBezTo>
                <a:cubicBezTo>
                  <a:pt x="235" y="314"/>
                  <a:pt x="208" y="315"/>
                  <a:pt x="204" y="316"/>
                </a:cubicBezTo>
                <a:lnTo>
                  <a:pt x="198" y="316"/>
                </a:lnTo>
                <a:lnTo>
                  <a:pt x="198" y="282"/>
                </a:lnTo>
                <a:lnTo>
                  <a:pt x="209" y="282"/>
                </a:lnTo>
                <a:cubicBezTo>
                  <a:pt x="238" y="282"/>
                  <a:pt x="253" y="278"/>
                  <a:pt x="253" y="271"/>
                </a:cubicBezTo>
                <a:cubicBezTo>
                  <a:pt x="253" y="270"/>
                  <a:pt x="254" y="237"/>
                  <a:pt x="254" y="173"/>
                </a:cubicBezTo>
                <a:cubicBezTo>
                  <a:pt x="253" y="109"/>
                  <a:pt x="253" y="75"/>
                  <a:pt x="252" y="71"/>
                </a:cubicBezTo>
                <a:cubicBezTo>
                  <a:pt x="249" y="57"/>
                  <a:pt x="245" y="48"/>
                  <a:pt x="238" y="41"/>
                </a:cubicBezTo>
                <a:cubicBezTo>
                  <a:pt x="231" y="34"/>
                  <a:pt x="226" y="30"/>
                  <a:pt x="221" y="29"/>
                </a:cubicBezTo>
                <a:cubicBezTo>
                  <a:pt x="216" y="27"/>
                  <a:pt x="210" y="27"/>
                  <a:pt x="202" y="27"/>
                </a:cubicBezTo>
                <a:cubicBezTo>
                  <a:pt x="181" y="27"/>
                  <a:pt x="162" y="35"/>
                  <a:pt x="145" y="52"/>
                </a:cubicBezTo>
                <a:cubicBezTo>
                  <a:pt x="132" y="64"/>
                  <a:pt x="124" y="77"/>
                  <a:pt x="121" y="91"/>
                </a:cubicBezTo>
                <a:cubicBezTo>
                  <a:pt x="118" y="104"/>
                  <a:pt x="116" y="124"/>
                  <a:pt x="115" y="150"/>
                </a:cubicBezTo>
                <a:lnTo>
                  <a:pt x="115" y="195"/>
                </a:lnTo>
                <a:lnTo>
                  <a:pt x="115" y="238"/>
                </a:lnTo>
                <a:cubicBezTo>
                  <a:pt x="115" y="252"/>
                  <a:pt x="115" y="262"/>
                  <a:pt x="116" y="267"/>
                </a:cubicBezTo>
                <a:cubicBezTo>
                  <a:pt x="116" y="271"/>
                  <a:pt x="117" y="274"/>
                  <a:pt x="118" y="276"/>
                </a:cubicBezTo>
                <a:cubicBezTo>
                  <a:pt x="119" y="277"/>
                  <a:pt x="121" y="279"/>
                  <a:pt x="124" y="280"/>
                </a:cubicBezTo>
                <a:cubicBezTo>
                  <a:pt x="134" y="281"/>
                  <a:pt x="146" y="282"/>
                  <a:pt x="160" y="282"/>
                </a:cubicBezTo>
                <a:lnTo>
                  <a:pt x="172" y="282"/>
                </a:lnTo>
                <a:lnTo>
                  <a:pt x="172" y="316"/>
                </a:lnTo>
                <a:lnTo>
                  <a:pt x="166" y="316"/>
                </a:lnTo>
                <a:lnTo>
                  <a:pt x="149" y="315"/>
                </a:lnTo>
                <a:cubicBezTo>
                  <a:pt x="137" y="315"/>
                  <a:pt x="125" y="315"/>
                  <a:pt x="112" y="315"/>
                </a:cubicBezTo>
                <a:cubicBezTo>
                  <a:pt x="100" y="315"/>
                  <a:pt x="91" y="314"/>
                  <a:pt x="85" y="314"/>
                </a:cubicBezTo>
                <a:cubicBezTo>
                  <a:pt x="36" y="314"/>
                  <a:pt x="10" y="315"/>
                  <a:pt x="6" y="316"/>
                </a:cubicBezTo>
                <a:lnTo>
                  <a:pt x="0" y="316"/>
                </a:lnTo>
                <a:lnTo>
                  <a:pt x="0" y="282"/>
                </a:lnTo>
                <a:lnTo>
                  <a:pt x="11" y="28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644160" y="4523760"/>
            <a:ext cx="132840" cy="178200"/>
          </a:xfrm>
          <a:custGeom>
            <a:avLst/>
            <a:gdLst/>
            <a:ahLst/>
            <a:rect l="0" t="0" r="r" b="b"/>
            <a:pathLst>
              <a:path w="369" h="495">
                <a:moveTo>
                  <a:pt x="11" y="462"/>
                </a:moveTo>
                <a:lnTo>
                  <a:pt x="21" y="462"/>
                </a:lnTo>
                <a:cubicBezTo>
                  <a:pt x="40" y="462"/>
                  <a:pt x="51" y="459"/>
                  <a:pt x="55" y="452"/>
                </a:cubicBezTo>
                <a:lnTo>
                  <a:pt x="55" y="447"/>
                </a:lnTo>
                <a:cubicBezTo>
                  <a:pt x="55" y="442"/>
                  <a:pt x="55" y="437"/>
                  <a:pt x="55" y="430"/>
                </a:cubicBezTo>
                <a:cubicBezTo>
                  <a:pt x="55" y="424"/>
                  <a:pt x="55" y="416"/>
                  <a:pt x="55" y="407"/>
                </a:cubicBezTo>
                <a:cubicBezTo>
                  <a:pt x="55" y="398"/>
                  <a:pt x="55" y="387"/>
                  <a:pt x="55" y="376"/>
                </a:cubicBezTo>
                <a:cubicBezTo>
                  <a:pt x="55" y="365"/>
                  <a:pt x="55" y="353"/>
                  <a:pt x="55" y="340"/>
                </a:cubicBezTo>
                <a:cubicBezTo>
                  <a:pt x="56" y="328"/>
                  <a:pt x="56" y="315"/>
                  <a:pt x="55" y="301"/>
                </a:cubicBezTo>
                <a:cubicBezTo>
                  <a:pt x="55" y="288"/>
                  <a:pt x="55" y="274"/>
                  <a:pt x="55" y="261"/>
                </a:cubicBezTo>
                <a:cubicBezTo>
                  <a:pt x="55" y="243"/>
                  <a:pt x="55" y="225"/>
                  <a:pt x="55" y="205"/>
                </a:cubicBezTo>
                <a:cubicBezTo>
                  <a:pt x="55" y="186"/>
                  <a:pt x="55" y="168"/>
                  <a:pt x="55" y="152"/>
                </a:cubicBezTo>
                <a:cubicBezTo>
                  <a:pt x="55" y="136"/>
                  <a:pt x="55" y="121"/>
                  <a:pt x="55" y="109"/>
                </a:cubicBezTo>
                <a:cubicBezTo>
                  <a:pt x="54" y="97"/>
                  <a:pt x="54" y="86"/>
                  <a:pt x="55" y="78"/>
                </a:cubicBezTo>
                <a:cubicBezTo>
                  <a:pt x="55" y="69"/>
                  <a:pt x="55" y="65"/>
                  <a:pt x="55" y="66"/>
                </a:cubicBezTo>
                <a:cubicBezTo>
                  <a:pt x="53" y="57"/>
                  <a:pt x="50" y="51"/>
                  <a:pt x="45" y="48"/>
                </a:cubicBezTo>
                <a:cubicBezTo>
                  <a:pt x="39" y="45"/>
                  <a:pt x="29" y="43"/>
                  <a:pt x="13" y="42"/>
                </a:cubicBezTo>
                <a:lnTo>
                  <a:pt x="0" y="42"/>
                </a:lnTo>
                <a:lnTo>
                  <a:pt x="0" y="24"/>
                </a:lnTo>
                <a:cubicBezTo>
                  <a:pt x="0" y="13"/>
                  <a:pt x="0" y="8"/>
                  <a:pt x="1" y="8"/>
                </a:cubicBezTo>
                <a:lnTo>
                  <a:pt x="8" y="7"/>
                </a:lnTo>
                <a:cubicBezTo>
                  <a:pt x="13" y="7"/>
                  <a:pt x="20" y="6"/>
                  <a:pt x="29" y="6"/>
                </a:cubicBezTo>
                <a:cubicBezTo>
                  <a:pt x="38" y="5"/>
                  <a:pt x="47" y="5"/>
                  <a:pt x="55" y="4"/>
                </a:cubicBezTo>
                <a:cubicBezTo>
                  <a:pt x="63" y="4"/>
                  <a:pt x="72" y="3"/>
                  <a:pt x="82" y="3"/>
                </a:cubicBezTo>
                <a:cubicBezTo>
                  <a:pt x="91" y="2"/>
                  <a:pt x="98" y="2"/>
                  <a:pt x="103" y="1"/>
                </a:cubicBezTo>
                <a:cubicBezTo>
                  <a:pt x="108" y="0"/>
                  <a:pt x="110" y="-1"/>
                  <a:pt x="111" y="0"/>
                </a:cubicBezTo>
                <a:lnTo>
                  <a:pt x="113" y="0"/>
                </a:lnTo>
                <a:lnTo>
                  <a:pt x="113" y="234"/>
                </a:lnTo>
                <a:cubicBezTo>
                  <a:pt x="142" y="198"/>
                  <a:pt x="177" y="180"/>
                  <a:pt x="216" y="180"/>
                </a:cubicBezTo>
                <a:cubicBezTo>
                  <a:pt x="275" y="180"/>
                  <a:pt x="307" y="207"/>
                  <a:pt x="312" y="261"/>
                </a:cubicBezTo>
                <a:cubicBezTo>
                  <a:pt x="313" y="264"/>
                  <a:pt x="313" y="297"/>
                  <a:pt x="313" y="360"/>
                </a:cubicBezTo>
                <a:lnTo>
                  <a:pt x="313" y="421"/>
                </a:lnTo>
                <a:cubicBezTo>
                  <a:pt x="313" y="439"/>
                  <a:pt x="314" y="450"/>
                  <a:pt x="315" y="453"/>
                </a:cubicBezTo>
                <a:cubicBezTo>
                  <a:pt x="316" y="456"/>
                  <a:pt x="318" y="459"/>
                  <a:pt x="322" y="460"/>
                </a:cubicBezTo>
                <a:cubicBezTo>
                  <a:pt x="332" y="461"/>
                  <a:pt x="344" y="462"/>
                  <a:pt x="357" y="462"/>
                </a:cubicBezTo>
                <a:lnTo>
                  <a:pt x="369" y="462"/>
                </a:lnTo>
                <a:lnTo>
                  <a:pt x="369" y="495"/>
                </a:lnTo>
                <a:lnTo>
                  <a:pt x="363" y="495"/>
                </a:lnTo>
                <a:lnTo>
                  <a:pt x="346" y="494"/>
                </a:lnTo>
                <a:cubicBezTo>
                  <a:pt x="335" y="494"/>
                  <a:pt x="323" y="494"/>
                  <a:pt x="310" y="494"/>
                </a:cubicBezTo>
                <a:cubicBezTo>
                  <a:pt x="298" y="494"/>
                  <a:pt x="289" y="493"/>
                  <a:pt x="283" y="493"/>
                </a:cubicBezTo>
                <a:cubicBezTo>
                  <a:pt x="234" y="493"/>
                  <a:pt x="208" y="494"/>
                  <a:pt x="204" y="495"/>
                </a:cubicBezTo>
                <a:lnTo>
                  <a:pt x="198" y="495"/>
                </a:lnTo>
                <a:lnTo>
                  <a:pt x="198" y="462"/>
                </a:lnTo>
                <a:lnTo>
                  <a:pt x="209" y="462"/>
                </a:lnTo>
                <a:cubicBezTo>
                  <a:pt x="238" y="462"/>
                  <a:pt x="253" y="458"/>
                  <a:pt x="253" y="451"/>
                </a:cubicBezTo>
                <a:cubicBezTo>
                  <a:pt x="253" y="450"/>
                  <a:pt x="253" y="417"/>
                  <a:pt x="253" y="353"/>
                </a:cubicBezTo>
                <a:cubicBezTo>
                  <a:pt x="253" y="289"/>
                  <a:pt x="252" y="255"/>
                  <a:pt x="252" y="251"/>
                </a:cubicBezTo>
                <a:cubicBezTo>
                  <a:pt x="249" y="237"/>
                  <a:pt x="244" y="228"/>
                  <a:pt x="238" y="221"/>
                </a:cubicBezTo>
                <a:cubicBezTo>
                  <a:pt x="231" y="214"/>
                  <a:pt x="225" y="210"/>
                  <a:pt x="221" y="209"/>
                </a:cubicBezTo>
                <a:cubicBezTo>
                  <a:pt x="216" y="207"/>
                  <a:pt x="210" y="207"/>
                  <a:pt x="202" y="207"/>
                </a:cubicBezTo>
                <a:cubicBezTo>
                  <a:pt x="181" y="207"/>
                  <a:pt x="162" y="215"/>
                  <a:pt x="146" y="232"/>
                </a:cubicBezTo>
                <a:cubicBezTo>
                  <a:pt x="133" y="244"/>
                  <a:pt x="124" y="257"/>
                  <a:pt x="121" y="271"/>
                </a:cubicBezTo>
                <a:cubicBezTo>
                  <a:pt x="117" y="284"/>
                  <a:pt x="115" y="304"/>
                  <a:pt x="115" y="330"/>
                </a:cubicBezTo>
                <a:lnTo>
                  <a:pt x="115" y="375"/>
                </a:lnTo>
                <a:lnTo>
                  <a:pt x="115" y="418"/>
                </a:lnTo>
                <a:cubicBezTo>
                  <a:pt x="115" y="432"/>
                  <a:pt x="115" y="442"/>
                  <a:pt x="116" y="447"/>
                </a:cubicBezTo>
                <a:cubicBezTo>
                  <a:pt x="116" y="451"/>
                  <a:pt x="117" y="454"/>
                  <a:pt x="118" y="456"/>
                </a:cubicBezTo>
                <a:cubicBezTo>
                  <a:pt x="119" y="457"/>
                  <a:pt x="121" y="459"/>
                  <a:pt x="124" y="460"/>
                </a:cubicBezTo>
                <a:cubicBezTo>
                  <a:pt x="135" y="461"/>
                  <a:pt x="147" y="462"/>
                  <a:pt x="160" y="462"/>
                </a:cubicBezTo>
                <a:lnTo>
                  <a:pt x="172" y="462"/>
                </a:lnTo>
                <a:lnTo>
                  <a:pt x="172" y="495"/>
                </a:lnTo>
                <a:lnTo>
                  <a:pt x="166" y="495"/>
                </a:lnTo>
                <a:lnTo>
                  <a:pt x="149" y="494"/>
                </a:lnTo>
                <a:cubicBezTo>
                  <a:pt x="138" y="494"/>
                  <a:pt x="125" y="494"/>
                  <a:pt x="112" y="494"/>
                </a:cubicBezTo>
                <a:cubicBezTo>
                  <a:pt x="99" y="494"/>
                  <a:pt x="90" y="493"/>
                  <a:pt x="85" y="493"/>
                </a:cubicBezTo>
                <a:cubicBezTo>
                  <a:pt x="36" y="493"/>
                  <a:pt x="10" y="494"/>
                  <a:pt x="5" y="495"/>
                </a:cubicBezTo>
                <a:lnTo>
                  <a:pt x="0" y="495"/>
                </a:lnTo>
                <a:lnTo>
                  <a:pt x="0" y="462"/>
                </a:lnTo>
                <a:lnTo>
                  <a:pt x="11" y="46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833520" y="4330080"/>
            <a:ext cx="126360" cy="615240"/>
          </a:xfrm>
          <a:custGeom>
            <a:avLst/>
            <a:gdLst/>
            <a:ahLst/>
            <a:rect l="0" t="0" r="r" b="b"/>
            <a:pathLst>
              <a:path w="351" h="1709">
                <a:moveTo>
                  <a:pt x="351" y="1702"/>
                </a:moveTo>
                <a:cubicBezTo>
                  <a:pt x="351" y="1704"/>
                  <a:pt x="350" y="1706"/>
                  <a:pt x="347" y="1709"/>
                </a:cubicBezTo>
                <a:lnTo>
                  <a:pt x="325" y="1709"/>
                </a:lnTo>
                <a:cubicBezTo>
                  <a:pt x="324" y="1708"/>
                  <a:pt x="317" y="1701"/>
                  <a:pt x="305" y="1690"/>
                </a:cubicBezTo>
                <a:cubicBezTo>
                  <a:pt x="293" y="1678"/>
                  <a:pt x="282" y="1667"/>
                  <a:pt x="273" y="1659"/>
                </a:cubicBezTo>
                <a:cubicBezTo>
                  <a:pt x="264" y="1650"/>
                  <a:pt x="251" y="1636"/>
                  <a:pt x="235" y="1616"/>
                </a:cubicBezTo>
                <a:cubicBezTo>
                  <a:pt x="218" y="1595"/>
                  <a:pt x="203" y="1576"/>
                  <a:pt x="191" y="1558"/>
                </a:cubicBezTo>
                <a:cubicBezTo>
                  <a:pt x="178" y="1540"/>
                  <a:pt x="163" y="1516"/>
                  <a:pt x="146" y="1486"/>
                </a:cubicBezTo>
                <a:cubicBezTo>
                  <a:pt x="129" y="1456"/>
                  <a:pt x="114" y="1426"/>
                  <a:pt x="102" y="1397"/>
                </a:cubicBezTo>
                <a:cubicBezTo>
                  <a:pt x="88" y="1368"/>
                  <a:pt x="75" y="1332"/>
                  <a:pt x="61" y="1291"/>
                </a:cubicBezTo>
                <a:cubicBezTo>
                  <a:pt x="48" y="1250"/>
                  <a:pt x="37" y="1208"/>
                  <a:pt x="29" y="1166"/>
                </a:cubicBezTo>
                <a:cubicBezTo>
                  <a:pt x="22" y="1123"/>
                  <a:pt x="15" y="1075"/>
                  <a:pt x="9" y="1021"/>
                </a:cubicBezTo>
                <a:cubicBezTo>
                  <a:pt x="3" y="967"/>
                  <a:pt x="0" y="912"/>
                  <a:pt x="0" y="855"/>
                </a:cubicBezTo>
                <a:cubicBezTo>
                  <a:pt x="0" y="516"/>
                  <a:pt x="87" y="253"/>
                  <a:pt x="260" y="64"/>
                </a:cubicBezTo>
                <a:cubicBezTo>
                  <a:pt x="271" y="52"/>
                  <a:pt x="281" y="41"/>
                  <a:pt x="291" y="32"/>
                </a:cubicBezTo>
                <a:cubicBezTo>
                  <a:pt x="300" y="23"/>
                  <a:pt x="308" y="16"/>
                  <a:pt x="314" y="9"/>
                </a:cubicBezTo>
                <a:cubicBezTo>
                  <a:pt x="321" y="3"/>
                  <a:pt x="324" y="0"/>
                  <a:pt x="325" y="0"/>
                </a:cubicBezTo>
                <a:lnTo>
                  <a:pt x="347" y="0"/>
                </a:lnTo>
                <a:cubicBezTo>
                  <a:pt x="350" y="3"/>
                  <a:pt x="351" y="5"/>
                  <a:pt x="351" y="7"/>
                </a:cubicBezTo>
                <a:cubicBezTo>
                  <a:pt x="351" y="9"/>
                  <a:pt x="347" y="15"/>
                  <a:pt x="337" y="25"/>
                </a:cubicBezTo>
                <a:cubicBezTo>
                  <a:pt x="328" y="35"/>
                  <a:pt x="315" y="49"/>
                  <a:pt x="300" y="67"/>
                </a:cubicBezTo>
                <a:cubicBezTo>
                  <a:pt x="285" y="85"/>
                  <a:pt x="268" y="108"/>
                  <a:pt x="249" y="135"/>
                </a:cubicBezTo>
                <a:cubicBezTo>
                  <a:pt x="230" y="162"/>
                  <a:pt x="211" y="196"/>
                  <a:pt x="191" y="236"/>
                </a:cubicBezTo>
                <a:cubicBezTo>
                  <a:pt x="172" y="277"/>
                  <a:pt x="154" y="323"/>
                  <a:pt x="137" y="372"/>
                </a:cubicBezTo>
                <a:cubicBezTo>
                  <a:pt x="121" y="422"/>
                  <a:pt x="106" y="482"/>
                  <a:pt x="94" y="552"/>
                </a:cubicBezTo>
                <a:cubicBezTo>
                  <a:pt x="82" y="622"/>
                  <a:pt x="74" y="697"/>
                  <a:pt x="71" y="778"/>
                </a:cubicBezTo>
                <a:cubicBezTo>
                  <a:pt x="70" y="796"/>
                  <a:pt x="69" y="822"/>
                  <a:pt x="69" y="855"/>
                </a:cubicBezTo>
                <a:cubicBezTo>
                  <a:pt x="69" y="1040"/>
                  <a:pt x="92" y="1201"/>
                  <a:pt x="137" y="1339"/>
                </a:cubicBezTo>
                <a:cubicBezTo>
                  <a:pt x="182" y="1477"/>
                  <a:pt x="251" y="1595"/>
                  <a:pt x="344" y="1691"/>
                </a:cubicBezTo>
                <a:cubicBezTo>
                  <a:pt x="349" y="1697"/>
                  <a:pt x="351" y="1700"/>
                  <a:pt x="351" y="1702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7029720" y="4417920"/>
            <a:ext cx="142560" cy="113760"/>
          </a:xfrm>
          <a:custGeom>
            <a:avLst/>
            <a:gdLst/>
            <a:ahLst/>
            <a:rect l="0" t="0" r="r" b="b"/>
            <a:pathLst>
              <a:path w="396" h="316">
                <a:moveTo>
                  <a:pt x="81" y="316"/>
                </a:moveTo>
                <a:cubicBezTo>
                  <a:pt x="65" y="316"/>
                  <a:pt x="57" y="308"/>
                  <a:pt x="57" y="292"/>
                </a:cubicBezTo>
                <a:lnTo>
                  <a:pt x="57" y="284"/>
                </a:lnTo>
                <a:lnTo>
                  <a:pt x="66" y="264"/>
                </a:lnTo>
                <a:cubicBezTo>
                  <a:pt x="102" y="189"/>
                  <a:pt x="127" y="124"/>
                  <a:pt x="144" y="69"/>
                </a:cubicBezTo>
                <a:lnTo>
                  <a:pt x="149" y="52"/>
                </a:lnTo>
                <a:lnTo>
                  <a:pt x="126" y="52"/>
                </a:lnTo>
                <a:cubicBezTo>
                  <a:pt x="108" y="52"/>
                  <a:pt x="96" y="53"/>
                  <a:pt x="88" y="54"/>
                </a:cubicBezTo>
                <a:cubicBezTo>
                  <a:pt x="80" y="55"/>
                  <a:pt x="71" y="60"/>
                  <a:pt x="60" y="68"/>
                </a:cubicBezTo>
                <a:cubicBezTo>
                  <a:pt x="55" y="71"/>
                  <a:pt x="50" y="75"/>
                  <a:pt x="45" y="80"/>
                </a:cubicBezTo>
                <a:cubicBezTo>
                  <a:pt x="39" y="86"/>
                  <a:pt x="35" y="91"/>
                  <a:pt x="31" y="95"/>
                </a:cubicBezTo>
                <a:cubicBezTo>
                  <a:pt x="27" y="100"/>
                  <a:pt x="25" y="103"/>
                  <a:pt x="25" y="104"/>
                </a:cubicBezTo>
                <a:cubicBezTo>
                  <a:pt x="24" y="104"/>
                  <a:pt x="20" y="105"/>
                  <a:pt x="14" y="105"/>
                </a:cubicBezTo>
                <a:cubicBezTo>
                  <a:pt x="5" y="105"/>
                  <a:pt x="0" y="102"/>
                  <a:pt x="0" y="97"/>
                </a:cubicBezTo>
                <a:cubicBezTo>
                  <a:pt x="0" y="95"/>
                  <a:pt x="5" y="86"/>
                  <a:pt x="14" y="73"/>
                </a:cubicBezTo>
                <a:cubicBezTo>
                  <a:pt x="23" y="59"/>
                  <a:pt x="36" y="44"/>
                  <a:pt x="53" y="28"/>
                </a:cubicBezTo>
                <a:cubicBezTo>
                  <a:pt x="70" y="13"/>
                  <a:pt x="87" y="4"/>
                  <a:pt x="104" y="1"/>
                </a:cubicBezTo>
                <a:cubicBezTo>
                  <a:pt x="107" y="0"/>
                  <a:pt x="160" y="0"/>
                  <a:pt x="264" y="0"/>
                </a:cubicBezTo>
                <a:cubicBezTo>
                  <a:pt x="340" y="0"/>
                  <a:pt x="380" y="0"/>
                  <a:pt x="382" y="1"/>
                </a:cubicBezTo>
                <a:cubicBezTo>
                  <a:pt x="391" y="4"/>
                  <a:pt x="396" y="11"/>
                  <a:pt x="396" y="21"/>
                </a:cubicBezTo>
                <a:cubicBezTo>
                  <a:pt x="396" y="35"/>
                  <a:pt x="388" y="45"/>
                  <a:pt x="373" y="51"/>
                </a:cubicBezTo>
                <a:cubicBezTo>
                  <a:pt x="369" y="51"/>
                  <a:pt x="353" y="52"/>
                  <a:pt x="323" y="52"/>
                </a:cubicBezTo>
                <a:lnTo>
                  <a:pt x="277" y="52"/>
                </a:lnTo>
                <a:lnTo>
                  <a:pt x="275" y="64"/>
                </a:lnTo>
                <a:cubicBezTo>
                  <a:pt x="270" y="98"/>
                  <a:pt x="267" y="126"/>
                  <a:pt x="267" y="150"/>
                </a:cubicBezTo>
                <a:cubicBezTo>
                  <a:pt x="267" y="174"/>
                  <a:pt x="269" y="196"/>
                  <a:pt x="273" y="216"/>
                </a:cubicBezTo>
                <a:cubicBezTo>
                  <a:pt x="277" y="235"/>
                  <a:pt x="282" y="251"/>
                  <a:pt x="287" y="261"/>
                </a:cubicBezTo>
                <a:cubicBezTo>
                  <a:pt x="291" y="272"/>
                  <a:pt x="294" y="279"/>
                  <a:pt x="294" y="281"/>
                </a:cubicBezTo>
                <a:cubicBezTo>
                  <a:pt x="294" y="289"/>
                  <a:pt x="290" y="297"/>
                  <a:pt x="284" y="304"/>
                </a:cubicBezTo>
                <a:cubicBezTo>
                  <a:pt x="277" y="311"/>
                  <a:pt x="269" y="315"/>
                  <a:pt x="258" y="315"/>
                </a:cubicBezTo>
                <a:cubicBezTo>
                  <a:pt x="253" y="315"/>
                  <a:pt x="249" y="314"/>
                  <a:pt x="245" y="313"/>
                </a:cubicBezTo>
                <a:cubicBezTo>
                  <a:pt x="242" y="311"/>
                  <a:pt x="238" y="306"/>
                  <a:pt x="234" y="296"/>
                </a:cubicBezTo>
                <a:cubicBezTo>
                  <a:pt x="230" y="286"/>
                  <a:pt x="226" y="271"/>
                  <a:pt x="223" y="253"/>
                </a:cubicBezTo>
                <a:cubicBezTo>
                  <a:pt x="222" y="249"/>
                  <a:pt x="222" y="238"/>
                  <a:pt x="222" y="222"/>
                </a:cubicBezTo>
                <a:cubicBezTo>
                  <a:pt x="222" y="198"/>
                  <a:pt x="224" y="173"/>
                  <a:pt x="228" y="147"/>
                </a:cubicBezTo>
                <a:cubicBezTo>
                  <a:pt x="233" y="119"/>
                  <a:pt x="237" y="97"/>
                  <a:pt x="241" y="80"/>
                </a:cubicBezTo>
                <a:cubicBezTo>
                  <a:pt x="245" y="63"/>
                  <a:pt x="248" y="54"/>
                  <a:pt x="248" y="52"/>
                </a:cubicBezTo>
                <a:lnTo>
                  <a:pt x="178" y="52"/>
                </a:lnTo>
                <a:lnTo>
                  <a:pt x="178" y="55"/>
                </a:lnTo>
                <a:cubicBezTo>
                  <a:pt x="178" y="56"/>
                  <a:pt x="173" y="75"/>
                  <a:pt x="164" y="111"/>
                </a:cubicBezTo>
                <a:cubicBezTo>
                  <a:pt x="155" y="148"/>
                  <a:pt x="145" y="186"/>
                  <a:pt x="134" y="227"/>
                </a:cubicBezTo>
                <a:cubicBezTo>
                  <a:pt x="122" y="267"/>
                  <a:pt x="115" y="290"/>
                  <a:pt x="111" y="296"/>
                </a:cubicBezTo>
                <a:cubicBezTo>
                  <a:pt x="106" y="309"/>
                  <a:pt x="96" y="316"/>
                  <a:pt x="81" y="316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7183440" y="4447080"/>
            <a:ext cx="51120" cy="122040"/>
          </a:xfrm>
          <a:custGeom>
            <a:avLst/>
            <a:gdLst/>
            <a:ahLst/>
            <a:rect l="0" t="0" r="r" b="b"/>
            <a:pathLst>
              <a:path w="142" h="339">
                <a:moveTo>
                  <a:pt x="82" y="31"/>
                </a:moveTo>
                <a:cubicBezTo>
                  <a:pt x="82" y="23"/>
                  <a:pt x="85" y="15"/>
                  <a:pt x="91" y="9"/>
                </a:cubicBezTo>
                <a:cubicBezTo>
                  <a:pt x="98" y="3"/>
                  <a:pt x="105" y="0"/>
                  <a:pt x="113" y="0"/>
                </a:cubicBezTo>
                <a:cubicBezTo>
                  <a:pt x="119" y="0"/>
                  <a:pt x="125" y="2"/>
                  <a:pt x="129" y="6"/>
                </a:cubicBezTo>
                <a:cubicBezTo>
                  <a:pt x="133" y="10"/>
                  <a:pt x="135" y="15"/>
                  <a:pt x="135" y="21"/>
                </a:cubicBezTo>
                <a:cubicBezTo>
                  <a:pt x="135" y="29"/>
                  <a:pt x="132" y="36"/>
                  <a:pt x="125" y="42"/>
                </a:cubicBezTo>
                <a:cubicBezTo>
                  <a:pt x="118" y="49"/>
                  <a:pt x="111" y="52"/>
                  <a:pt x="103" y="52"/>
                </a:cubicBezTo>
                <a:cubicBezTo>
                  <a:pt x="98" y="52"/>
                  <a:pt x="93" y="51"/>
                  <a:pt x="89" y="47"/>
                </a:cubicBezTo>
                <a:cubicBezTo>
                  <a:pt x="84" y="44"/>
                  <a:pt x="82" y="38"/>
                  <a:pt x="82" y="31"/>
                </a:cubicBezTo>
                <a:moveTo>
                  <a:pt x="0" y="188"/>
                </a:moveTo>
                <a:cubicBezTo>
                  <a:pt x="0" y="185"/>
                  <a:pt x="1" y="180"/>
                  <a:pt x="4" y="172"/>
                </a:cubicBezTo>
                <a:cubicBezTo>
                  <a:pt x="7" y="165"/>
                  <a:pt x="11" y="156"/>
                  <a:pt x="16" y="147"/>
                </a:cubicBezTo>
                <a:cubicBezTo>
                  <a:pt x="21" y="137"/>
                  <a:pt x="29" y="129"/>
                  <a:pt x="38" y="121"/>
                </a:cubicBezTo>
                <a:cubicBezTo>
                  <a:pt x="48" y="113"/>
                  <a:pt x="58" y="110"/>
                  <a:pt x="69" y="110"/>
                </a:cubicBezTo>
                <a:cubicBezTo>
                  <a:pt x="82" y="110"/>
                  <a:pt x="93" y="114"/>
                  <a:pt x="101" y="122"/>
                </a:cubicBezTo>
                <a:cubicBezTo>
                  <a:pt x="110" y="129"/>
                  <a:pt x="115" y="140"/>
                  <a:pt x="115" y="153"/>
                </a:cubicBezTo>
                <a:cubicBezTo>
                  <a:pt x="115" y="159"/>
                  <a:pt x="113" y="168"/>
                  <a:pt x="108" y="181"/>
                </a:cubicBezTo>
                <a:cubicBezTo>
                  <a:pt x="103" y="194"/>
                  <a:pt x="97" y="212"/>
                  <a:pt x="88" y="234"/>
                </a:cubicBezTo>
                <a:cubicBezTo>
                  <a:pt x="79" y="256"/>
                  <a:pt x="72" y="275"/>
                  <a:pt x="67" y="291"/>
                </a:cubicBezTo>
                <a:cubicBezTo>
                  <a:pt x="65" y="298"/>
                  <a:pt x="64" y="303"/>
                  <a:pt x="64" y="307"/>
                </a:cubicBezTo>
                <a:cubicBezTo>
                  <a:pt x="64" y="315"/>
                  <a:pt x="67" y="319"/>
                  <a:pt x="73" y="319"/>
                </a:cubicBezTo>
                <a:cubicBezTo>
                  <a:pt x="76" y="319"/>
                  <a:pt x="79" y="319"/>
                  <a:pt x="82" y="318"/>
                </a:cubicBezTo>
                <a:cubicBezTo>
                  <a:pt x="86" y="317"/>
                  <a:pt x="89" y="315"/>
                  <a:pt x="94" y="311"/>
                </a:cubicBezTo>
                <a:cubicBezTo>
                  <a:pt x="98" y="307"/>
                  <a:pt x="103" y="301"/>
                  <a:pt x="107" y="293"/>
                </a:cubicBezTo>
                <a:cubicBezTo>
                  <a:pt x="112" y="285"/>
                  <a:pt x="116" y="275"/>
                  <a:pt x="120" y="264"/>
                </a:cubicBezTo>
                <a:cubicBezTo>
                  <a:pt x="121" y="260"/>
                  <a:pt x="122" y="257"/>
                  <a:pt x="123" y="257"/>
                </a:cubicBezTo>
                <a:cubicBezTo>
                  <a:pt x="123" y="256"/>
                  <a:pt x="126" y="256"/>
                  <a:pt x="131" y="256"/>
                </a:cubicBezTo>
                <a:cubicBezTo>
                  <a:pt x="138" y="256"/>
                  <a:pt x="142" y="257"/>
                  <a:pt x="142" y="261"/>
                </a:cubicBezTo>
                <a:cubicBezTo>
                  <a:pt x="142" y="263"/>
                  <a:pt x="141" y="268"/>
                  <a:pt x="137" y="276"/>
                </a:cubicBezTo>
                <a:cubicBezTo>
                  <a:pt x="134" y="284"/>
                  <a:pt x="129" y="292"/>
                  <a:pt x="124" y="302"/>
                </a:cubicBezTo>
                <a:cubicBezTo>
                  <a:pt x="119" y="311"/>
                  <a:pt x="111" y="320"/>
                  <a:pt x="101" y="328"/>
                </a:cubicBezTo>
                <a:cubicBezTo>
                  <a:pt x="92" y="335"/>
                  <a:pt x="81" y="339"/>
                  <a:pt x="70" y="339"/>
                </a:cubicBezTo>
                <a:cubicBezTo>
                  <a:pt x="59" y="339"/>
                  <a:pt x="50" y="336"/>
                  <a:pt x="40" y="328"/>
                </a:cubicBezTo>
                <a:cubicBezTo>
                  <a:pt x="31" y="320"/>
                  <a:pt x="27" y="310"/>
                  <a:pt x="26" y="295"/>
                </a:cubicBezTo>
                <a:cubicBezTo>
                  <a:pt x="26" y="290"/>
                  <a:pt x="27" y="284"/>
                  <a:pt x="29" y="279"/>
                </a:cubicBezTo>
                <a:cubicBezTo>
                  <a:pt x="31" y="274"/>
                  <a:pt x="38" y="255"/>
                  <a:pt x="51" y="222"/>
                </a:cubicBezTo>
                <a:cubicBezTo>
                  <a:pt x="63" y="188"/>
                  <a:pt x="71" y="168"/>
                  <a:pt x="73" y="161"/>
                </a:cubicBezTo>
                <a:cubicBezTo>
                  <a:pt x="75" y="154"/>
                  <a:pt x="76" y="148"/>
                  <a:pt x="76" y="141"/>
                </a:cubicBezTo>
                <a:cubicBezTo>
                  <a:pt x="76" y="133"/>
                  <a:pt x="73" y="129"/>
                  <a:pt x="68" y="129"/>
                </a:cubicBezTo>
                <a:lnTo>
                  <a:pt x="67" y="129"/>
                </a:lnTo>
                <a:cubicBezTo>
                  <a:pt x="57" y="129"/>
                  <a:pt x="47" y="135"/>
                  <a:pt x="39" y="146"/>
                </a:cubicBezTo>
                <a:cubicBezTo>
                  <a:pt x="31" y="157"/>
                  <a:pt x="24" y="171"/>
                  <a:pt x="20" y="188"/>
                </a:cubicBezTo>
                <a:cubicBezTo>
                  <a:pt x="20" y="188"/>
                  <a:pt x="19" y="189"/>
                  <a:pt x="19" y="190"/>
                </a:cubicBezTo>
                <a:lnTo>
                  <a:pt x="18" y="191"/>
                </a:lnTo>
                <a:cubicBezTo>
                  <a:pt x="18" y="191"/>
                  <a:pt x="18" y="192"/>
                  <a:pt x="17" y="192"/>
                </a:cubicBezTo>
                <a:lnTo>
                  <a:pt x="16" y="193"/>
                </a:lnTo>
                <a:cubicBezTo>
                  <a:pt x="15" y="193"/>
                  <a:pt x="15" y="193"/>
                  <a:pt x="14" y="193"/>
                </a:cubicBezTo>
                <a:cubicBezTo>
                  <a:pt x="13" y="193"/>
                  <a:pt x="11" y="193"/>
                  <a:pt x="10" y="193"/>
                </a:cubicBezTo>
                <a:lnTo>
                  <a:pt x="3" y="193"/>
                </a:lnTo>
                <a:cubicBezTo>
                  <a:pt x="1" y="191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7333200" y="4459320"/>
            <a:ext cx="156960" cy="10440"/>
          </a:xfrm>
          <a:custGeom>
            <a:avLst/>
            <a:gdLst/>
            <a:ahLst/>
            <a:rect l="0" t="0" r="r" b="b"/>
            <a:pathLst>
              <a:path w="436" h="29">
                <a:moveTo>
                  <a:pt x="10" y="0"/>
                </a:moveTo>
                <a:lnTo>
                  <a:pt x="425" y="0"/>
                </a:lnTo>
                <a:cubicBezTo>
                  <a:pt x="432" y="4"/>
                  <a:pt x="436" y="9"/>
                  <a:pt x="436" y="15"/>
                </a:cubicBezTo>
                <a:cubicBezTo>
                  <a:pt x="436" y="20"/>
                  <a:pt x="432" y="25"/>
                  <a:pt x="425" y="29"/>
                </a:cubicBezTo>
                <a:lnTo>
                  <a:pt x="10" y="29"/>
                </a:lnTo>
                <a:cubicBezTo>
                  <a:pt x="4" y="26"/>
                  <a:pt x="0" y="21"/>
                  <a:pt x="0" y="15"/>
                </a:cubicBezTo>
                <a:cubicBezTo>
                  <a:pt x="0" y="9"/>
                  <a:pt x="4" y="4"/>
                  <a:pt x="10" y="0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576920" y="4347720"/>
            <a:ext cx="109800" cy="183600"/>
          </a:xfrm>
          <a:custGeom>
            <a:avLst/>
            <a:gdLst/>
            <a:ahLst/>
            <a:rect l="0" t="0" r="r" b="b"/>
            <a:pathLst>
              <a:path w="305" h="510">
                <a:moveTo>
                  <a:pt x="0" y="359"/>
                </a:moveTo>
                <a:cubicBezTo>
                  <a:pt x="0" y="311"/>
                  <a:pt x="10" y="260"/>
                  <a:pt x="29" y="206"/>
                </a:cubicBezTo>
                <a:cubicBezTo>
                  <a:pt x="48" y="153"/>
                  <a:pt x="73" y="106"/>
                  <a:pt x="105" y="68"/>
                </a:cubicBezTo>
                <a:cubicBezTo>
                  <a:pt x="136" y="29"/>
                  <a:pt x="169" y="6"/>
                  <a:pt x="204" y="1"/>
                </a:cubicBezTo>
                <a:cubicBezTo>
                  <a:pt x="204" y="1"/>
                  <a:pt x="206" y="1"/>
                  <a:pt x="209" y="1"/>
                </a:cubicBezTo>
                <a:cubicBezTo>
                  <a:pt x="213" y="1"/>
                  <a:pt x="215" y="0"/>
                  <a:pt x="218" y="0"/>
                </a:cubicBezTo>
                <a:cubicBezTo>
                  <a:pt x="243" y="2"/>
                  <a:pt x="263" y="13"/>
                  <a:pt x="278" y="35"/>
                </a:cubicBezTo>
                <a:cubicBezTo>
                  <a:pt x="296" y="63"/>
                  <a:pt x="305" y="101"/>
                  <a:pt x="305" y="149"/>
                </a:cubicBezTo>
                <a:cubicBezTo>
                  <a:pt x="305" y="204"/>
                  <a:pt x="295" y="259"/>
                  <a:pt x="273" y="316"/>
                </a:cubicBezTo>
                <a:cubicBezTo>
                  <a:pt x="252" y="373"/>
                  <a:pt x="225" y="420"/>
                  <a:pt x="191" y="456"/>
                </a:cubicBezTo>
                <a:cubicBezTo>
                  <a:pt x="158" y="492"/>
                  <a:pt x="126" y="510"/>
                  <a:pt x="96" y="510"/>
                </a:cubicBezTo>
                <a:lnTo>
                  <a:pt x="91" y="510"/>
                </a:lnTo>
                <a:cubicBezTo>
                  <a:pt x="74" y="510"/>
                  <a:pt x="59" y="505"/>
                  <a:pt x="47" y="496"/>
                </a:cubicBezTo>
                <a:cubicBezTo>
                  <a:pt x="35" y="486"/>
                  <a:pt x="25" y="474"/>
                  <a:pt x="19" y="458"/>
                </a:cubicBezTo>
                <a:cubicBezTo>
                  <a:pt x="13" y="442"/>
                  <a:pt x="8" y="426"/>
                  <a:pt x="5" y="410"/>
                </a:cubicBezTo>
                <a:cubicBezTo>
                  <a:pt x="2" y="394"/>
                  <a:pt x="0" y="377"/>
                  <a:pt x="0" y="359"/>
                </a:cubicBezTo>
                <a:moveTo>
                  <a:pt x="249" y="99"/>
                </a:moveTo>
                <a:cubicBezTo>
                  <a:pt x="249" y="50"/>
                  <a:pt x="237" y="26"/>
                  <a:pt x="211" y="26"/>
                </a:cubicBezTo>
                <a:cubicBezTo>
                  <a:pt x="194" y="26"/>
                  <a:pt x="178" y="37"/>
                  <a:pt x="162" y="58"/>
                </a:cubicBezTo>
                <a:cubicBezTo>
                  <a:pt x="145" y="80"/>
                  <a:pt x="132" y="104"/>
                  <a:pt x="122" y="131"/>
                </a:cubicBezTo>
                <a:cubicBezTo>
                  <a:pt x="111" y="158"/>
                  <a:pt x="103" y="182"/>
                  <a:pt x="98" y="202"/>
                </a:cubicBezTo>
                <a:cubicBezTo>
                  <a:pt x="92" y="222"/>
                  <a:pt x="89" y="234"/>
                  <a:pt x="88" y="238"/>
                </a:cubicBezTo>
                <a:cubicBezTo>
                  <a:pt x="112" y="238"/>
                  <a:pt x="135" y="238"/>
                  <a:pt x="157" y="238"/>
                </a:cubicBezTo>
                <a:lnTo>
                  <a:pt x="226" y="238"/>
                </a:lnTo>
                <a:cubicBezTo>
                  <a:pt x="227" y="237"/>
                  <a:pt x="229" y="229"/>
                  <a:pt x="232" y="214"/>
                </a:cubicBezTo>
                <a:cubicBezTo>
                  <a:pt x="235" y="199"/>
                  <a:pt x="239" y="180"/>
                  <a:pt x="243" y="157"/>
                </a:cubicBezTo>
                <a:cubicBezTo>
                  <a:pt x="248" y="134"/>
                  <a:pt x="250" y="115"/>
                  <a:pt x="249" y="99"/>
                </a:cubicBezTo>
                <a:moveTo>
                  <a:pt x="57" y="409"/>
                </a:moveTo>
                <a:cubicBezTo>
                  <a:pt x="57" y="459"/>
                  <a:pt x="70" y="484"/>
                  <a:pt x="95" y="484"/>
                </a:cubicBezTo>
                <a:cubicBezTo>
                  <a:pt x="102" y="484"/>
                  <a:pt x="109" y="482"/>
                  <a:pt x="117" y="477"/>
                </a:cubicBezTo>
                <a:cubicBezTo>
                  <a:pt x="126" y="472"/>
                  <a:pt x="135" y="463"/>
                  <a:pt x="147" y="450"/>
                </a:cubicBezTo>
                <a:cubicBezTo>
                  <a:pt x="158" y="437"/>
                  <a:pt x="169" y="416"/>
                  <a:pt x="181" y="388"/>
                </a:cubicBezTo>
                <a:cubicBezTo>
                  <a:pt x="192" y="359"/>
                  <a:pt x="204" y="325"/>
                  <a:pt x="215" y="283"/>
                </a:cubicBezTo>
                <a:lnTo>
                  <a:pt x="219" y="271"/>
                </a:lnTo>
                <a:lnTo>
                  <a:pt x="80" y="271"/>
                </a:lnTo>
                <a:cubicBezTo>
                  <a:pt x="80" y="273"/>
                  <a:pt x="78" y="282"/>
                  <a:pt x="73" y="298"/>
                </a:cubicBezTo>
                <a:cubicBezTo>
                  <a:pt x="69" y="315"/>
                  <a:pt x="65" y="333"/>
                  <a:pt x="62" y="354"/>
                </a:cubicBezTo>
                <a:cubicBezTo>
                  <a:pt x="59" y="375"/>
                  <a:pt x="57" y="393"/>
                  <a:pt x="57" y="40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7700400" y="4447080"/>
            <a:ext cx="51480" cy="122040"/>
          </a:xfrm>
          <a:custGeom>
            <a:avLst/>
            <a:gdLst/>
            <a:ahLst/>
            <a:rect l="0" t="0" r="r" b="b"/>
            <a:pathLst>
              <a:path w="143" h="339">
                <a:moveTo>
                  <a:pt x="82" y="31"/>
                </a:moveTo>
                <a:cubicBezTo>
                  <a:pt x="82" y="23"/>
                  <a:pt x="86" y="15"/>
                  <a:pt x="92" y="9"/>
                </a:cubicBezTo>
                <a:cubicBezTo>
                  <a:pt x="98" y="3"/>
                  <a:pt x="106" y="0"/>
                  <a:pt x="115" y="0"/>
                </a:cubicBezTo>
                <a:cubicBezTo>
                  <a:pt x="121" y="0"/>
                  <a:pt x="126" y="2"/>
                  <a:pt x="130" y="6"/>
                </a:cubicBezTo>
                <a:cubicBezTo>
                  <a:pt x="134" y="10"/>
                  <a:pt x="136" y="15"/>
                  <a:pt x="137" y="21"/>
                </a:cubicBezTo>
                <a:cubicBezTo>
                  <a:pt x="137" y="29"/>
                  <a:pt x="133" y="36"/>
                  <a:pt x="127" y="42"/>
                </a:cubicBezTo>
                <a:cubicBezTo>
                  <a:pt x="120" y="49"/>
                  <a:pt x="112" y="52"/>
                  <a:pt x="104" y="52"/>
                </a:cubicBezTo>
                <a:cubicBezTo>
                  <a:pt x="99" y="52"/>
                  <a:pt x="94" y="51"/>
                  <a:pt x="89" y="47"/>
                </a:cubicBezTo>
                <a:cubicBezTo>
                  <a:pt x="85" y="44"/>
                  <a:pt x="83" y="38"/>
                  <a:pt x="82" y="31"/>
                </a:cubicBezTo>
                <a:moveTo>
                  <a:pt x="0" y="188"/>
                </a:moveTo>
                <a:cubicBezTo>
                  <a:pt x="0" y="185"/>
                  <a:pt x="2" y="180"/>
                  <a:pt x="5" y="172"/>
                </a:cubicBezTo>
                <a:cubicBezTo>
                  <a:pt x="8" y="165"/>
                  <a:pt x="12" y="156"/>
                  <a:pt x="17" y="147"/>
                </a:cubicBezTo>
                <a:cubicBezTo>
                  <a:pt x="22" y="137"/>
                  <a:pt x="29" y="129"/>
                  <a:pt x="39" y="121"/>
                </a:cubicBezTo>
                <a:cubicBezTo>
                  <a:pt x="49" y="113"/>
                  <a:pt x="59" y="110"/>
                  <a:pt x="69" y="110"/>
                </a:cubicBezTo>
                <a:cubicBezTo>
                  <a:pt x="82" y="110"/>
                  <a:pt x="93" y="114"/>
                  <a:pt x="102" y="122"/>
                </a:cubicBezTo>
                <a:cubicBezTo>
                  <a:pt x="111" y="129"/>
                  <a:pt x="116" y="140"/>
                  <a:pt x="117" y="153"/>
                </a:cubicBezTo>
                <a:cubicBezTo>
                  <a:pt x="117" y="159"/>
                  <a:pt x="114" y="168"/>
                  <a:pt x="109" y="181"/>
                </a:cubicBezTo>
                <a:cubicBezTo>
                  <a:pt x="104" y="194"/>
                  <a:pt x="97" y="212"/>
                  <a:pt x="88" y="234"/>
                </a:cubicBezTo>
                <a:cubicBezTo>
                  <a:pt x="80" y="256"/>
                  <a:pt x="73" y="275"/>
                  <a:pt x="67" y="291"/>
                </a:cubicBezTo>
                <a:cubicBezTo>
                  <a:pt x="66" y="298"/>
                  <a:pt x="65" y="303"/>
                  <a:pt x="65" y="307"/>
                </a:cubicBezTo>
                <a:cubicBezTo>
                  <a:pt x="65" y="315"/>
                  <a:pt x="68" y="319"/>
                  <a:pt x="73" y="319"/>
                </a:cubicBezTo>
                <a:cubicBezTo>
                  <a:pt x="76" y="319"/>
                  <a:pt x="80" y="319"/>
                  <a:pt x="83" y="318"/>
                </a:cubicBezTo>
                <a:cubicBezTo>
                  <a:pt x="86" y="317"/>
                  <a:pt x="90" y="315"/>
                  <a:pt x="95" y="311"/>
                </a:cubicBezTo>
                <a:cubicBezTo>
                  <a:pt x="99" y="307"/>
                  <a:pt x="103" y="301"/>
                  <a:pt x="108" y="293"/>
                </a:cubicBezTo>
                <a:cubicBezTo>
                  <a:pt x="114" y="285"/>
                  <a:pt x="118" y="275"/>
                  <a:pt x="122" y="264"/>
                </a:cubicBezTo>
                <a:cubicBezTo>
                  <a:pt x="123" y="260"/>
                  <a:pt x="124" y="257"/>
                  <a:pt x="124" y="257"/>
                </a:cubicBezTo>
                <a:cubicBezTo>
                  <a:pt x="125" y="256"/>
                  <a:pt x="128" y="256"/>
                  <a:pt x="133" y="256"/>
                </a:cubicBezTo>
                <a:cubicBezTo>
                  <a:pt x="139" y="256"/>
                  <a:pt x="143" y="257"/>
                  <a:pt x="143" y="261"/>
                </a:cubicBezTo>
                <a:cubicBezTo>
                  <a:pt x="143" y="263"/>
                  <a:pt x="141" y="268"/>
                  <a:pt x="138" y="276"/>
                </a:cubicBezTo>
                <a:cubicBezTo>
                  <a:pt x="135" y="284"/>
                  <a:pt x="131" y="292"/>
                  <a:pt x="126" y="302"/>
                </a:cubicBezTo>
                <a:cubicBezTo>
                  <a:pt x="120" y="311"/>
                  <a:pt x="112" y="320"/>
                  <a:pt x="102" y="328"/>
                </a:cubicBezTo>
                <a:cubicBezTo>
                  <a:pt x="92" y="335"/>
                  <a:pt x="82" y="339"/>
                  <a:pt x="71" y="339"/>
                </a:cubicBezTo>
                <a:cubicBezTo>
                  <a:pt x="60" y="339"/>
                  <a:pt x="50" y="336"/>
                  <a:pt x="41" y="328"/>
                </a:cubicBezTo>
                <a:cubicBezTo>
                  <a:pt x="32" y="320"/>
                  <a:pt x="27" y="310"/>
                  <a:pt x="27" y="295"/>
                </a:cubicBezTo>
                <a:cubicBezTo>
                  <a:pt x="27" y="290"/>
                  <a:pt x="28" y="284"/>
                  <a:pt x="30" y="279"/>
                </a:cubicBezTo>
                <a:cubicBezTo>
                  <a:pt x="31" y="274"/>
                  <a:pt x="38" y="255"/>
                  <a:pt x="51" y="222"/>
                </a:cubicBezTo>
                <a:cubicBezTo>
                  <a:pt x="64" y="188"/>
                  <a:pt x="71" y="168"/>
                  <a:pt x="73" y="161"/>
                </a:cubicBezTo>
                <a:cubicBezTo>
                  <a:pt x="75" y="154"/>
                  <a:pt x="77" y="148"/>
                  <a:pt x="77" y="141"/>
                </a:cubicBezTo>
                <a:cubicBezTo>
                  <a:pt x="77" y="133"/>
                  <a:pt x="74" y="129"/>
                  <a:pt x="68" y="129"/>
                </a:cubicBezTo>
                <a:lnTo>
                  <a:pt x="67" y="129"/>
                </a:lnTo>
                <a:cubicBezTo>
                  <a:pt x="57" y="129"/>
                  <a:pt x="48" y="135"/>
                  <a:pt x="40" y="146"/>
                </a:cubicBezTo>
                <a:cubicBezTo>
                  <a:pt x="31" y="157"/>
                  <a:pt x="25" y="171"/>
                  <a:pt x="21" y="188"/>
                </a:cubicBezTo>
                <a:cubicBezTo>
                  <a:pt x="20" y="188"/>
                  <a:pt x="20" y="189"/>
                  <a:pt x="20" y="190"/>
                </a:cubicBezTo>
                <a:cubicBezTo>
                  <a:pt x="19" y="190"/>
                  <a:pt x="19" y="191"/>
                  <a:pt x="19" y="191"/>
                </a:cubicBezTo>
                <a:cubicBezTo>
                  <a:pt x="19" y="191"/>
                  <a:pt x="19" y="192"/>
                  <a:pt x="18" y="192"/>
                </a:cubicBezTo>
                <a:cubicBezTo>
                  <a:pt x="17" y="192"/>
                  <a:pt x="17" y="193"/>
                  <a:pt x="17" y="193"/>
                </a:cubicBezTo>
                <a:cubicBezTo>
                  <a:pt x="16" y="193"/>
                  <a:pt x="16" y="193"/>
                  <a:pt x="15" y="193"/>
                </a:cubicBezTo>
                <a:cubicBezTo>
                  <a:pt x="14" y="193"/>
                  <a:pt x="12" y="193"/>
                  <a:pt x="10" y="193"/>
                </a:cubicBezTo>
                <a:lnTo>
                  <a:pt x="3" y="193"/>
                </a:lnTo>
                <a:cubicBezTo>
                  <a:pt x="1" y="191"/>
                  <a:pt x="0" y="189"/>
                  <a:pt x="0" y="188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7345800" y="4761360"/>
            <a:ext cx="102960" cy="122040"/>
          </a:xfrm>
          <a:custGeom>
            <a:avLst/>
            <a:gdLst/>
            <a:ahLst/>
            <a:rect l="0" t="0" r="r" b="b"/>
            <a:pathLst>
              <a:path w="286" h="339">
                <a:moveTo>
                  <a:pt x="116" y="339"/>
                </a:moveTo>
                <a:cubicBezTo>
                  <a:pt x="85" y="339"/>
                  <a:pt x="58" y="331"/>
                  <a:pt x="35" y="315"/>
                </a:cubicBezTo>
                <a:cubicBezTo>
                  <a:pt x="12" y="300"/>
                  <a:pt x="0" y="277"/>
                  <a:pt x="0" y="247"/>
                </a:cubicBezTo>
                <a:cubicBezTo>
                  <a:pt x="0" y="215"/>
                  <a:pt x="17" y="186"/>
                  <a:pt x="50" y="158"/>
                </a:cubicBezTo>
                <a:lnTo>
                  <a:pt x="57" y="153"/>
                </a:lnTo>
                <a:lnTo>
                  <a:pt x="51" y="147"/>
                </a:lnTo>
                <a:cubicBezTo>
                  <a:pt x="40" y="135"/>
                  <a:pt x="35" y="122"/>
                  <a:pt x="35" y="107"/>
                </a:cubicBezTo>
                <a:cubicBezTo>
                  <a:pt x="35" y="77"/>
                  <a:pt x="51" y="53"/>
                  <a:pt x="83" y="32"/>
                </a:cubicBezTo>
                <a:cubicBezTo>
                  <a:pt x="115" y="11"/>
                  <a:pt x="150" y="0"/>
                  <a:pt x="187" y="0"/>
                </a:cubicBezTo>
                <a:lnTo>
                  <a:pt x="196" y="0"/>
                </a:lnTo>
                <a:cubicBezTo>
                  <a:pt x="223" y="0"/>
                  <a:pt x="248" y="8"/>
                  <a:pt x="270" y="23"/>
                </a:cubicBezTo>
                <a:cubicBezTo>
                  <a:pt x="281" y="30"/>
                  <a:pt x="286" y="37"/>
                  <a:pt x="286" y="43"/>
                </a:cubicBezTo>
                <a:cubicBezTo>
                  <a:pt x="286" y="48"/>
                  <a:pt x="284" y="54"/>
                  <a:pt x="278" y="60"/>
                </a:cubicBezTo>
                <a:cubicBezTo>
                  <a:pt x="273" y="65"/>
                  <a:pt x="267" y="68"/>
                  <a:pt x="260" y="69"/>
                </a:cubicBezTo>
                <a:cubicBezTo>
                  <a:pt x="255" y="69"/>
                  <a:pt x="250" y="67"/>
                  <a:pt x="245" y="62"/>
                </a:cubicBezTo>
                <a:cubicBezTo>
                  <a:pt x="240" y="58"/>
                  <a:pt x="232" y="54"/>
                  <a:pt x="221" y="50"/>
                </a:cubicBezTo>
                <a:cubicBezTo>
                  <a:pt x="211" y="45"/>
                  <a:pt x="198" y="43"/>
                  <a:pt x="182" y="43"/>
                </a:cubicBezTo>
                <a:cubicBezTo>
                  <a:pt x="151" y="43"/>
                  <a:pt x="123" y="49"/>
                  <a:pt x="100" y="60"/>
                </a:cubicBezTo>
                <a:cubicBezTo>
                  <a:pt x="76" y="72"/>
                  <a:pt x="64" y="87"/>
                  <a:pt x="63" y="104"/>
                </a:cubicBezTo>
                <a:cubicBezTo>
                  <a:pt x="63" y="113"/>
                  <a:pt x="67" y="122"/>
                  <a:pt x="75" y="130"/>
                </a:cubicBezTo>
                <a:cubicBezTo>
                  <a:pt x="80" y="134"/>
                  <a:pt x="82" y="136"/>
                  <a:pt x="84" y="137"/>
                </a:cubicBezTo>
                <a:cubicBezTo>
                  <a:pt x="85" y="137"/>
                  <a:pt x="88" y="137"/>
                  <a:pt x="92" y="135"/>
                </a:cubicBezTo>
                <a:cubicBezTo>
                  <a:pt x="107" y="129"/>
                  <a:pt x="126" y="125"/>
                  <a:pt x="150" y="125"/>
                </a:cubicBezTo>
                <a:lnTo>
                  <a:pt x="154" y="125"/>
                </a:lnTo>
                <a:cubicBezTo>
                  <a:pt x="184" y="125"/>
                  <a:pt x="200" y="133"/>
                  <a:pt x="200" y="147"/>
                </a:cubicBezTo>
                <a:cubicBezTo>
                  <a:pt x="200" y="167"/>
                  <a:pt x="180" y="177"/>
                  <a:pt x="139" y="177"/>
                </a:cubicBezTo>
                <a:cubicBezTo>
                  <a:pt x="118" y="177"/>
                  <a:pt x="98" y="174"/>
                  <a:pt x="82" y="167"/>
                </a:cubicBezTo>
                <a:lnTo>
                  <a:pt x="75" y="172"/>
                </a:lnTo>
                <a:cubicBezTo>
                  <a:pt x="44" y="193"/>
                  <a:pt x="29" y="216"/>
                  <a:pt x="29" y="244"/>
                </a:cubicBezTo>
                <a:cubicBezTo>
                  <a:pt x="29" y="278"/>
                  <a:pt x="61" y="295"/>
                  <a:pt x="124" y="295"/>
                </a:cubicBezTo>
                <a:cubicBezTo>
                  <a:pt x="148" y="295"/>
                  <a:pt x="169" y="293"/>
                  <a:pt x="184" y="288"/>
                </a:cubicBezTo>
                <a:cubicBezTo>
                  <a:pt x="200" y="284"/>
                  <a:pt x="210" y="278"/>
                  <a:pt x="214" y="272"/>
                </a:cubicBezTo>
                <a:cubicBezTo>
                  <a:pt x="218" y="266"/>
                  <a:pt x="222" y="261"/>
                  <a:pt x="226" y="256"/>
                </a:cubicBezTo>
                <a:cubicBezTo>
                  <a:pt x="230" y="252"/>
                  <a:pt x="234" y="249"/>
                  <a:pt x="238" y="248"/>
                </a:cubicBezTo>
                <a:cubicBezTo>
                  <a:pt x="245" y="249"/>
                  <a:pt x="248" y="253"/>
                  <a:pt x="248" y="261"/>
                </a:cubicBezTo>
                <a:cubicBezTo>
                  <a:pt x="248" y="265"/>
                  <a:pt x="246" y="271"/>
                  <a:pt x="240" y="279"/>
                </a:cubicBezTo>
                <a:cubicBezTo>
                  <a:pt x="235" y="287"/>
                  <a:pt x="228" y="296"/>
                  <a:pt x="218" y="305"/>
                </a:cubicBezTo>
                <a:cubicBezTo>
                  <a:pt x="209" y="314"/>
                  <a:pt x="195" y="322"/>
                  <a:pt x="176" y="329"/>
                </a:cubicBezTo>
                <a:cubicBezTo>
                  <a:pt x="158" y="336"/>
                  <a:pt x="138" y="339"/>
                  <a:pt x="116" y="33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999480" y="4629960"/>
            <a:ext cx="798480" cy="15480"/>
          </a:xfrm>
          <a:custGeom>
            <a:avLst/>
            <a:gdLst/>
            <a:ahLst/>
            <a:rect l="0" t="0" r="r" b="b"/>
            <a:pathLst>
              <a:path w="2218" h="43">
                <a:moveTo>
                  <a:pt x="0" y="0"/>
                </a:moveTo>
                <a:lnTo>
                  <a:pt x="2218" y="0"/>
                </a:lnTo>
                <a:lnTo>
                  <a:pt x="2218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7837200" y="4330080"/>
            <a:ext cx="126360" cy="615240"/>
          </a:xfrm>
          <a:custGeom>
            <a:avLst/>
            <a:gdLst/>
            <a:ahLst/>
            <a:rect l="0" t="0" r="r" b="b"/>
            <a:pathLst>
              <a:path w="351" h="1709">
                <a:moveTo>
                  <a:pt x="0" y="9"/>
                </a:moveTo>
                <a:cubicBezTo>
                  <a:pt x="0" y="5"/>
                  <a:pt x="1" y="3"/>
                  <a:pt x="2" y="2"/>
                </a:cubicBezTo>
                <a:cubicBezTo>
                  <a:pt x="3" y="1"/>
                  <a:pt x="6" y="0"/>
                  <a:pt x="11" y="0"/>
                </a:cubicBezTo>
                <a:lnTo>
                  <a:pt x="16" y="0"/>
                </a:lnTo>
                <a:lnTo>
                  <a:pt x="26" y="0"/>
                </a:lnTo>
                <a:cubicBezTo>
                  <a:pt x="27" y="1"/>
                  <a:pt x="34" y="8"/>
                  <a:pt x="46" y="19"/>
                </a:cubicBezTo>
                <a:cubicBezTo>
                  <a:pt x="58" y="31"/>
                  <a:pt x="69" y="41"/>
                  <a:pt x="78" y="50"/>
                </a:cubicBezTo>
                <a:cubicBezTo>
                  <a:pt x="87" y="59"/>
                  <a:pt x="100" y="73"/>
                  <a:pt x="118" y="93"/>
                </a:cubicBezTo>
                <a:cubicBezTo>
                  <a:pt x="134" y="114"/>
                  <a:pt x="149" y="133"/>
                  <a:pt x="162" y="151"/>
                </a:cubicBezTo>
                <a:cubicBezTo>
                  <a:pt x="175" y="169"/>
                  <a:pt x="189" y="193"/>
                  <a:pt x="207" y="223"/>
                </a:cubicBezTo>
                <a:cubicBezTo>
                  <a:pt x="224" y="253"/>
                  <a:pt x="238" y="282"/>
                  <a:pt x="251" y="311"/>
                </a:cubicBezTo>
                <a:cubicBezTo>
                  <a:pt x="263" y="340"/>
                  <a:pt x="276" y="376"/>
                  <a:pt x="290" y="417"/>
                </a:cubicBezTo>
                <a:cubicBezTo>
                  <a:pt x="304" y="459"/>
                  <a:pt x="314" y="501"/>
                  <a:pt x="322" y="543"/>
                </a:cubicBezTo>
                <a:cubicBezTo>
                  <a:pt x="329" y="584"/>
                  <a:pt x="336" y="632"/>
                  <a:pt x="343" y="687"/>
                </a:cubicBezTo>
                <a:cubicBezTo>
                  <a:pt x="349" y="742"/>
                  <a:pt x="352" y="798"/>
                  <a:pt x="351" y="855"/>
                </a:cubicBezTo>
                <a:cubicBezTo>
                  <a:pt x="351" y="910"/>
                  <a:pt x="349" y="957"/>
                  <a:pt x="346" y="996"/>
                </a:cubicBezTo>
                <a:cubicBezTo>
                  <a:pt x="324" y="1267"/>
                  <a:pt x="239" y="1484"/>
                  <a:pt x="91" y="1645"/>
                </a:cubicBezTo>
                <a:cubicBezTo>
                  <a:pt x="80" y="1657"/>
                  <a:pt x="70" y="1668"/>
                  <a:pt x="60" y="1677"/>
                </a:cubicBezTo>
                <a:cubicBezTo>
                  <a:pt x="51" y="1686"/>
                  <a:pt x="43" y="1693"/>
                  <a:pt x="37" y="1700"/>
                </a:cubicBezTo>
                <a:cubicBezTo>
                  <a:pt x="31" y="1706"/>
                  <a:pt x="27" y="1709"/>
                  <a:pt x="26" y="1709"/>
                </a:cubicBezTo>
                <a:lnTo>
                  <a:pt x="16" y="1709"/>
                </a:lnTo>
                <a:cubicBezTo>
                  <a:pt x="9" y="1709"/>
                  <a:pt x="5" y="1708"/>
                  <a:pt x="3" y="1707"/>
                </a:cubicBezTo>
                <a:cubicBezTo>
                  <a:pt x="2" y="1706"/>
                  <a:pt x="0" y="1704"/>
                  <a:pt x="0" y="1700"/>
                </a:cubicBezTo>
                <a:cubicBezTo>
                  <a:pt x="25" y="1675"/>
                  <a:pt x="51" y="1645"/>
                  <a:pt x="75" y="1612"/>
                </a:cubicBezTo>
                <a:cubicBezTo>
                  <a:pt x="213" y="1430"/>
                  <a:pt x="281" y="1178"/>
                  <a:pt x="281" y="855"/>
                </a:cubicBezTo>
                <a:cubicBezTo>
                  <a:pt x="281" y="758"/>
                  <a:pt x="275" y="668"/>
                  <a:pt x="263" y="585"/>
                </a:cubicBezTo>
                <a:cubicBezTo>
                  <a:pt x="250" y="502"/>
                  <a:pt x="235" y="432"/>
                  <a:pt x="217" y="376"/>
                </a:cubicBezTo>
                <a:cubicBezTo>
                  <a:pt x="199" y="320"/>
                  <a:pt x="177" y="266"/>
                  <a:pt x="151" y="217"/>
                </a:cubicBezTo>
                <a:cubicBezTo>
                  <a:pt x="125" y="167"/>
                  <a:pt x="100" y="128"/>
                  <a:pt x="79" y="101"/>
                </a:cubicBezTo>
                <a:cubicBezTo>
                  <a:pt x="58" y="73"/>
                  <a:pt x="34" y="45"/>
                  <a:pt x="8" y="18"/>
                </a:cubicBezTo>
                <a:cubicBezTo>
                  <a:pt x="7" y="17"/>
                  <a:pt x="6" y="16"/>
                  <a:pt x="6" y="15"/>
                </a:cubicBezTo>
                <a:cubicBezTo>
                  <a:pt x="5" y="14"/>
                  <a:pt x="4" y="13"/>
                  <a:pt x="3" y="12"/>
                </a:cubicBezTo>
                <a:cubicBezTo>
                  <a:pt x="3" y="11"/>
                  <a:pt x="2" y="11"/>
                  <a:pt x="1" y="10"/>
                </a:cubicBezTo>
                <a:lnTo>
                  <a:pt x="0" y="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8025840" y="4330080"/>
            <a:ext cx="126360" cy="615240"/>
          </a:xfrm>
          <a:custGeom>
            <a:avLst/>
            <a:gdLst/>
            <a:ahLst/>
            <a:rect l="0" t="0" r="r" b="b"/>
            <a:pathLst>
              <a:path w="351" h="1709">
                <a:moveTo>
                  <a:pt x="0" y="9"/>
                </a:moveTo>
                <a:cubicBezTo>
                  <a:pt x="0" y="5"/>
                  <a:pt x="0" y="3"/>
                  <a:pt x="2" y="2"/>
                </a:cubicBezTo>
                <a:cubicBezTo>
                  <a:pt x="3" y="1"/>
                  <a:pt x="6" y="0"/>
                  <a:pt x="11" y="0"/>
                </a:cubicBezTo>
                <a:lnTo>
                  <a:pt x="15" y="0"/>
                </a:lnTo>
                <a:lnTo>
                  <a:pt x="26" y="0"/>
                </a:lnTo>
                <a:cubicBezTo>
                  <a:pt x="27" y="1"/>
                  <a:pt x="34" y="8"/>
                  <a:pt x="46" y="19"/>
                </a:cubicBezTo>
                <a:cubicBezTo>
                  <a:pt x="58" y="31"/>
                  <a:pt x="69" y="41"/>
                  <a:pt x="78" y="50"/>
                </a:cubicBezTo>
                <a:cubicBezTo>
                  <a:pt x="87" y="59"/>
                  <a:pt x="100" y="73"/>
                  <a:pt x="116" y="93"/>
                </a:cubicBezTo>
                <a:cubicBezTo>
                  <a:pt x="133" y="114"/>
                  <a:pt x="148" y="133"/>
                  <a:pt x="161" y="151"/>
                </a:cubicBezTo>
                <a:cubicBezTo>
                  <a:pt x="173" y="169"/>
                  <a:pt x="188" y="193"/>
                  <a:pt x="205" y="223"/>
                </a:cubicBezTo>
                <a:cubicBezTo>
                  <a:pt x="223" y="253"/>
                  <a:pt x="237" y="282"/>
                  <a:pt x="250" y="311"/>
                </a:cubicBezTo>
                <a:cubicBezTo>
                  <a:pt x="262" y="340"/>
                  <a:pt x="275" y="376"/>
                  <a:pt x="290" y="417"/>
                </a:cubicBezTo>
                <a:cubicBezTo>
                  <a:pt x="303" y="459"/>
                  <a:pt x="314" y="501"/>
                  <a:pt x="322" y="543"/>
                </a:cubicBezTo>
                <a:cubicBezTo>
                  <a:pt x="329" y="584"/>
                  <a:pt x="336" y="632"/>
                  <a:pt x="342" y="687"/>
                </a:cubicBezTo>
                <a:cubicBezTo>
                  <a:pt x="349" y="742"/>
                  <a:pt x="351" y="798"/>
                  <a:pt x="351" y="855"/>
                </a:cubicBezTo>
                <a:cubicBezTo>
                  <a:pt x="351" y="910"/>
                  <a:pt x="349" y="957"/>
                  <a:pt x="346" y="996"/>
                </a:cubicBezTo>
                <a:cubicBezTo>
                  <a:pt x="324" y="1267"/>
                  <a:pt x="238" y="1484"/>
                  <a:pt x="91" y="1645"/>
                </a:cubicBezTo>
                <a:cubicBezTo>
                  <a:pt x="80" y="1657"/>
                  <a:pt x="70" y="1668"/>
                  <a:pt x="60" y="1677"/>
                </a:cubicBezTo>
                <a:cubicBezTo>
                  <a:pt x="51" y="1686"/>
                  <a:pt x="43" y="1693"/>
                  <a:pt x="37" y="1700"/>
                </a:cubicBezTo>
                <a:cubicBezTo>
                  <a:pt x="31" y="1706"/>
                  <a:pt x="27" y="1709"/>
                  <a:pt x="26" y="1709"/>
                </a:cubicBezTo>
                <a:lnTo>
                  <a:pt x="15" y="1709"/>
                </a:lnTo>
                <a:cubicBezTo>
                  <a:pt x="9" y="1709"/>
                  <a:pt x="5" y="1708"/>
                  <a:pt x="3" y="1707"/>
                </a:cubicBezTo>
                <a:cubicBezTo>
                  <a:pt x="1" y="1706"/>
                  <a:pt x="0" y="1704"/>
                  <a:pt x="0" y="1700"/>
                </a:cubicBezTo>
                <a:cubicBezTo>
                  <a:pt x="25" y="1675"/>
                  <a:pt x="51" y="1645"/>
                  <a:pt x="75" y="1612"/>
                </a:cubicBezTo>
                <a:cubicBezTo>
                  <a:pt x="212" y="1430"/>
                  <a:pt x="280" y="1178"/>
                  <a:pt x="280" y="855"/>
                </a:cubicBezTo>
                <a:cubicBezTo>
                  <a:pt x="280" y="758"/>
                  <a:pt x="274" y="668"/>
                  <a:pt x="262" y="585"/>
                </a:cubicBezTo>
                <a:cubicBezTo>
                  <a:pt x="249" y="502"/>
                  <a:pt x="234" y="432"/>
                  <a:pt x="216" y="376"/>
                </a:cubicBezTo>
                <a:cubicBezTo>
                  <a:pt x="198" y="320"/>
                  <a:pt x="176" y="266"/>
                  <a:pt x="150" y="217"/>
                </a:cubicBezTo>
                <a:cubicBezTo>
                  <a:pt x="124" y="167"/>
                  <a:pt x="100" y="128"/>
                  <a:pt x="79" y="101"/>
                </a:cubicBezTo>
                <a:cubicBezTo>
                  <a:pt x="57" y="73"/>
                  <a:pt x="34" y="45"/>
                  <a:pt x="8" y="18"/>
                </a:cubicBezTo>
                <a:cubicBezTo>
                  <a:pt x="7" y="17"/>
                  <a:pt x="6" y="16"/>
                  <a:pt x="5" y="15"/>
                </a:cubicBezTo>
                <a:cubicBezTo>
                  <a:pt x="4" y="14"/>
                  <a:pt x="4" y="13"/>
                  <a:pt x="3" y="12"/>
                </a:cubicBezTo>
                <a:cubicBezTo>
                  <a:pt x="3" y="11"/>
                  <a:pt x="2" y="11"/>
                  <a:pt x="1" y="10"/>
                </a:cubicBezTo>
                <a:lnTo>
                  <a:pt x="0" y="9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857160" y="5314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053360" y="3801600"/>
            <a:ext cx="5588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Smooth training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tanh approximation for gradient ﬂow: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1053360" y="5201640"/>
            <a:ext cx="5771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Pseudo-gradients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via rectangular kernel density estimator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2066400" y="5714640"/>
            <a:ext cx="260640" cy="175320"/>
          </a:xfrm>
          <a:custGeom>
            <a:avLst/>
            <a:gdLst/>
            <a:ahLst/>
            <a:rect l="0" t="0" r="r" b="b"/>
            <a:pathLst>
              <a:path w="724" h="487">
                <a:moveTo>
                  <a:pt x="181" y="39"/>
                </a:moveTo>
                <a:cubicBezTo>
                  <a:pt x="181" y="36"/>
                  <a:pt x="168" y="34"/>
                  <a:pt x="141" y="33"/>
                </a:cubicBezTo>
                <a:cubicBezTo>
                  <a:pt x="129" y="33"/>
                  <a:pt x="122" y="33"/>
                  <a:pt x="119" y="33"/>
                </a:cubicBezTo>
                <a:cubicBezTo>
                  <a:pt x="115" y="32"/>
                  <a:pt x="114" y="30"/>
                  <a:pt x="114" y="25"/>
                </a:cubicBezTo>
                <a:cubicBezTo>
                  <a:pt x="114" y="25"/>
                  <a:pt x="114" y="22"/>
                  <a:pt x="115" y="18"/>
                </a:cubicBezTo>
                <a:cubicBezTo>
                  <a:pt x="115" y="16"/>
                  <a:pt x="116" y="14"/>
                  <a:pt x="116" y="13"/>
                </a:cubicBezTo>
                <a:cubicBezTo>
                  <a:pt x="117" y="11"/>
                  <a:pt x="117" y="10"/>
                  <a:pt x="117" y="9"/>
                </a:cubicBezTo>
                <a:cubicBezTo>
                  <a:pt x="117" y="9"/>
                  <a:pt x="118" y="7"/>
                  <a:pt x="119" y="5"/>
                </a:cubicBezTo>
                <a:cubicBezTo>
                  <a:pt x="119" y="4"/>
                  <a:pt x="120" y="3"/>
                  <a:pt x="120" y="3"/>
                </a:cubicBezTo>
                <a:cubicBezTo>
                  <a:pt x="120" y="4"/>
                  <a:pt x="121" y="3"/>
                  <a:pt x="123" y="2"/>
                </a:cubicBezTo>
                <a:cubicBezTo>
                  <a:pt x="125" y="0"/>
                  <a:pt x="126" y="0"/>
                  <a:pt x="126" y="0"/>
                </a:cubicBezTo>
                <a:cubicBezTo>
                  <a:pt x="127" y="1"/>
                  <a:pt x="129" y="1"/>
                  <a:pt x="132" y="0"/>
                </a:cubicBezTo>
                <a:cubicBezTo>
                  <a:pt x="135" y="0"/>
                  <a:pt x="138" y="0"/>
                  <a:pt x="141" y="0"/>
                </a:cubicBezTo>
                <a:cubicBezTo>
                  <a:pt x="143" y="0"/>
                  <a:pt x="151" y="0"/>
                  <a:pt x="162" y="0"/>
                </a:cubicBezTo>
                <a:cubicBezTo>
                  <a:pt x="173" y="0"/>
                  <a:pt x="184" y="0"/>
                  <a:pt x="194" y="0"/>
                </a:cubicBezTo>
                <a:cubicBezTo>
                  <a:pt x="231" y="0"/>
                  <a:pt x="253" y="0"/>
                  <a:pt x="259" y="0"/>
                </a:cubicBezTo>
                <a:cubicBezTo>
                  <a:pt x="264" y="0"/>
                  <a:pt x="268" y="2"/>
                  <a:pt x="270" y="4"/>
                </a:cubicBezTo>
                <a:cubicBezTo>
                  <a:pt x="271" y="6"/>
                  <a:pt x="279" y="73"/>
                  <a:pt x="296" y="205"/>
                </a:cubicBezTo>
                <a:lnTo>
                  <a:pt x="322" y="403"/>
                </a:lnTo>
                <a:lnTo>
                  <a:pt x="338" y="377"/>
                </a:lnTo>
                <a:cubicBezTo>
                  <a:pt x="350" y="360"/>
                  <a:pt x="365" y="336"/>
                  <a:pt x="384" y="306"/>
                </a:cubicBezTo>
                <a:cubicBezTo>
                  <a:pt x="404" y="275"/>
                  <a:pt x="425" y="242"/>
                  <a:pt x="447" y="206"/>
                </a:cubicBezTo>
                <a:cubicBezTo>
                  <a:pt x="530" y="74"/>
                  <a:pt x="572" y="7"/>
                  <a:pt x="573" y="6"/>
                </a:cubicBezTo>
                <a:cubicBezTo>
                  <a:pt x="574" y="6"/>
                  <a:pt x="575" y="5"/>
                  <a:pt x="575" y="4"/>
                </a:cubicBezTo>
                <a:cubicBezTo>
                  <a:pt x="576" y="3"/>
                  <a:pt x="577" y="2"/>
                  <a:pt x="578" y="2"/>
                </a:cubicBezTo>
                <a:lnTo>
                  <a:pt x="583" y="0"/>
                </a:lnTo>
                <a:lnTo>
                  <a:pt x="651" y="0"/>
                </a:lnTo>
                <a:cubicBezTo>
                  <a:pt x="659" y="0"/>
                  <a:pt x="668" y="0"/>
                  <a:pt x="679" y="0"/>
                </a:cubicBezTo>
                <a:cubicBezTo>
                  <a:pt x="690" y="0"/>
                  <a:pt x="697" y="0"/>
                  <a:pt x="700" y="0"/>
                </a:cubicBezTo>
                <a:cubicBezTo>
                  <a:pt x="716" y="0"/>
                  <a:pt x="724" y="2"/>
                  <a:pt x="724" y="8"/>
                </a:cubicBezTo>
                <a:cubicBezTo>
                  <a:pt x="724" y="10"/>
                  <a:pt x="723" y="14"/>
                  <a:pt x="722" y="20"/>
                </a:cubicBezTo>
                <a:cubicBezTo>
                  <a:pt x="721" y="25"/>
                  <a:pt x="720" y="28"/>
                  <a:pt x="720" y="29"/>
                </a:cubicBezTo>
                <a:cubicBezTo>
                  <a:pt x="718" y="32"/>
                  <a:pt x="709" y="33"/>
                  <a:pt x="694" y="33"/>
                </a:cubicBezTo>
                <a:cubicBezTo>
                  <a:pt x="675" y="34"/>
                  <a:pt x="663" y="34"/>
                  <a:pt x="657" y="35"/>
                </a:cubicBezTo>
                <a:cubicBezTo>
                  <a:pt x="652" y="36"/>
                  <a:pt x="648" y="39"/>
                  <a:pt x="644" y="43"/>
                </a:cubicBezTo>
                <a:cubicBezTo>
                  <a:pt x="643" y="46"/>
                  <a:pt x="626" y="113"/>
                  <a:pt x="593" y="244"/>
                </a:cubicBezTo>
                <a:cubicBezTo>
                  <a:pt x="561" y="376"/>
                  <a:pt x="544" y="444"/>
                  <a:pt x="543" y="445"/>
                </a:cubicBezTo>
                <a:cubicBezTo>
                  <a:pt x="543" y="447"/>
                  <a:pt x="544" y="448"/>
                  <a:pt x="544" y="449"/>
                </a:cubicBezTo>
                <a:cubicBezTo>
                  <a:pt x="545" y="449"/>
                  <a:pt x="546" y="450"/>
                  <a:pt x="549" y="452"/>
                </a:cubicBezTo>
                <a:cubicBezTo>
                  <a:pt x="552" y="453"/>
                  <a:pt x="556" y="454"/>
                  <a:pt x="561" y="453"/>
                </a:cubicBezTo>
                <a:cubicBezTo>
                  <a:pt x="566" y="453"/>
                  <a:pt x="574" y="453"/>
                  <a:pt x="585" y="455"/>
                </a:cubicBezTo>
                <a:lnTo>
                  <a:pt x="607" y="455"/>
                </a:lnTo>
                <a:cubicBezTo>
                  <a:pt x="610" y="459"/>
                  <a:pt x="611" y="461"/>
                  <a:pt x="611" y="462"/>
                </a:cubicBezTo>
                <a:cubicBezTo>
                  <a:pt x="611" y="470"/>
                  <a:pt x="609" y="477"/>
                  <a:pt x="606" y="484"/>
                </a:cubicBezTo>
                <a:cubicBezTo>
                  <a:pt x="604" y="486"/>
                  <a:pt x="600" y="487"/>
                  <a:pt x="595" y="487"/>
                </a:cubicBezTo>
                <a:cubicBezTo>
                  <a:pt x="592" y="487"/>
                  <a:pt x="583" y="487"/>
                  <a:pt x="566" y="487"/>
                </a:cubicBezTo>
                <a:cubicBezTo>
                  <a:pt x="548" y="486"/>
                  <a:pt x="527" y="486"/>
                  <a:pt x="500" y="486"/>
                </a:cubicBezTo>
                <a:cubicBezTo>
                  <a:pt x="471" y="486"/>
                  <a:pt x="449" y="486"/>
                  <a:pt x="435" y="486"/>
                </a:cubicBezTo>
                <a:cubicBezTo>
                  <a:pt x="420" y="486"/>
                  <a:pt x="412" y="486"/>
                  <a:pt x="410" y="487"/>
                </a:cubicBezTo>
                <a:cubicBezTo>
                  <a:pt x="402" y="487"/>
                  <a:pt x="398" y="484"/>
                  <a:pt x="398" y="480"/>
                </a:cubicBezTo>
                <a:cubicBezTo>
                  <a:pt x="398" y="479"/>
                  <a:pt x="398" y="475"/>
                  <a:pt x="399" y="470"/>
                </a:cubicBezTo>
                <a:cubicBezTo>
                  <a:pt x="401" y="462"/>
                  <a:pt x="403" y="458"/>
                  <a:pt x="405" y="457"/>
                </a:cubicBezTo>
                <a:cubicBezTo>
                  <a:pt x="407" y="456"/>
                  <a:pt x="412" y="455"/>
                  <a:pt x="421" y="455"/>
                </a:cubicBezTo>
                <a:cubicBezTo>
                  <a:pt x="434" y="455"/>
                  <a:pt x="448" y="454"/>
                  <a:pt x="464" y="452"/>
                </a:cubicBezTo>
                <a:cubicBezTo>
                  <a:pt x="470" y="451"/>
                  <a:pt x="475" y="448"/>
                  <a:pt x="477" y="444"/>
                </a:cubicBezTo>
                <a:cubicBezTo>
                  <a:pt x="478" y="442"/>
                  <a:pt x="487" y="406"/>
                  <a:pt x="504" y="339"/>
                </a:cubicBezTo>
                <a:cubicBezTo>
                  <a:pt x="521" y="272"/>
                  <a:pt x="538" y="205"/>
                  <a:pt x="555" y="138"/>
                </a:cubicBezTo>
                <a:cubicBezTo>
                  <a:pt x="571" y="71"/>
                  <a:pt x="580" y="37"/>
                  <a:pt x="580" y="37"/>
                </a:cubicBezTo>
                <a:lnTo>
                  <a:pt x="442" y="257"/>
                </a:lnTo>
                <a:cubicBezTo>
                  <a:pt x="348" y="405"/>
                  <a:pt x="300" y="481"/>
                  <a:pt x="298" y="484"/>
                </a:cubicBezTo>
                <a:cubicBezTo>
                  <a:pt x="297" y="484"/>
                  <a:pt x="296" y="485"/>
                  <a:pt x="295" y="485"/>
                </a:cubicBezTo>
                <a:cubicBezTo>
                  <a:pt x="293" y="487"/>
                  <a:pt x="289" y="487"/>
                  <a:pt x="284" y="487"/>
                </a:cubicBezTo>
                <a:cubicBezTo>
                  <a:pt x="276" y="487"/>
                  <a:pt x="272" y="486"/>
                  <a:pt x="271" y="482"/>
                </a:cubicBezTo>
                <a:cubicBezTo>
                  <a:pt x="270" y="480"/>
                  <a:pt x="260" y="406"/>
                  <a:pt x="242" y="261"/>
                </a:cubicBezTo>
                <a:lnTo>
                  <a:pt x="214" y="42"/>
                </a:lnTo>
                <a:lnTo>
                  <a:pt x="165" y="235"/>
                </a:lnTo>
                <a:cubicBezTo>
                  <a:pt x="134" y="361"/>
                  <a:pt x="118" y="427"/>
                  <a:pt x="118" y="431"/>
                </a:cubicBezTo>
                <a:cubicBezTo>
                  <a:pt x="121" y="447"/>
                  <a:pt x="138" y="455"/>
                  <a:pt x="169" y="455"/>
                </a:cubicBezTo>
                <a:lnTo>
                  <a:pt x="176" y="455"/>
                </a:lnTo>
                <a:cubicBezTo>
                  <a:pt x="179" y="457"/>
                  <a:pt x="181" y="459"/>
                  <a:pt x="181" y="461"/>
                </a:cubicBezTo>
                <a:cubicBezTo>
                  <a:pt x="182" y="463"/>
                  <a:pt x="181" y="467"/>
                  <a:pt x="179" y="474"/>
                </a:cubicBezTo>
                <a:cubicBezTo>
                  <a:pt x="177" y="481"/>
                  <a:pt x="175" y="486"/>
                  <a:pt x="173" y="487"/>
                </a:cubicBezTo>
                <a:cubicBezTo>
                  <a:pt x="171" y="487"/>
                  <a:pt x="169" y="487"/>
                  <a:pt x="165" y="487"/>
                </a:cubicBezTo>
                <a:cubicBezTo>
                  <a:pt x="165" y="487"/>
                  <a:pt x="162" y="487"/>
                  <a:pt x="157" y="487"/>
                </a:cubicBezTo>
                <a:cubicBezTo>
                  <a:pt x="152" y="487"/>
                  <a:pt x="144" y="487"/>
                  <a:pt x="133" y="487"/>
                </a:cubicBezTo>
                <a:cubicBezTo>
                  <a:pt x="121" y="486"/>
                  <a:pt x="106" y="486"/>
                  <a:pt x="87" y="486"/>
                </a:cubicBezTo>
                <a:cubicBezTo>
                  <a:pt x="73" y="486"/>
                  <a:pt x="58" y="486"/>
                  <a:pt x="43" y="487"/>
                </a:cubicBezTo>
                <a:cubicBezTo>
                  <a:pt x="28" y="487"/>
                  <a:pt x="19" y="487"/>
                  <a:pt x="17" y="487"/>
                </a:cubicBezTo>
                <a:cubicBezTo>
                  <a:pt x="10" y="487"/>
                  <a:pt x="5" y="487"/>
                  <a:pt x="3" y="486"/>
                </a:cubicBezTo>
                <a:cubicBezTo>
                  <a:pt x="1" y="485"/>
                  <a:pt x="0" y="483"/>
                  <a:pt x="0" y="480"/>
                </a:cubicBezTo>
                <a:cubicBezTo>
                  <a:pt x="0" y="479"/>
                  <a:pt x="1" y="475"/>
                  <a:pt x="3" y="470"/>
                </a:cubicBezTo>
                <a:cubicBezTo>
                  <a:pt x="4" y="464"/>
                  <a:pt x="5" y="460"/>
                  <a:pt x="6" y="459"/>
                </a:cubicBezTo>
                <a:cubicBezTo>
                  <a:pt x="7" y="456"/>
                  <a:pt x="12" y="455"/>
                  <a:pt x="22" y="455"/>
                </a:cubicBezTo>
                <a:cubicBezTo>
                  <a:pt x="55" y="455"/>
                  <a:pt x="76" y="445"/>
                  <a:pt x="85" y="426"/>
                </a:cubicBezTo>
                <a:cubicBezTo>
                  <a:pt x="87" y="423"/>
                  <a:pt x="103" y="359"/>
                  <a:pt x="134" y="235"/>
                </a:cubicBezTo>
                <a:cubicBezTo>
                  <a:pt x="165" y="110"/>
                  <a:pt x="181" y="45"/>
                  <a:pt x="181" y="3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412360" y="5795640"/>
            <a:ext cx="170640" cy="60480"/>
          </a:xfrm>
          <a:custGeom>
            <a:avLst/>
            <a:gdLst/>
            <a:ahLst/>
            <a:rect l="0" t="0" r="r" b="b"/>
            <a:pathLst>
              <a:path w="474" h="168">
                <a:moveTo>
                  <a:pt x="0" y="15"/>
                </a:moveTo>
                <a:cubicBezTo>
                  <a:pt x="0" y="8"/>
                  <a:pt x="3" y="4"/>
                  <a:pt x="10" y="0"/>
                </a:cubicBezTo>
                <a:lnTo>
                  <a:pt x="464" y="0"/>
                </a:lnTo>
                <a:cubicBezTo>
                  <a:pt x="471" y="4"/>
                  <a:pt x="474" y="9"/>
                  <a:pt x="474" y="15"/>
                </a:cubicBezTo>
                <a:cubicBezTo>
                  <a:pt x="474" y="20"/>
                  <a:pt x="471" y="24"/>
                  <a:pt x="464" y="28"/>
                </a:cubicBezTo>
                <a:lnTo>
                  <a:pt x="238" y="29"/>
                </a:lnTo>
                <a:lnTo>
                  <a:pt x="11" y="29"/>
                </a:lnTo>
                <a:cubicBezTo>
                  <a:pt x="3" y="26"/>
                  <a:pt x="0" y="22"/>
                  <a:pt x="0" y="15"/>
                </a:cubicBezTo>
                <a:moveTo>
                  <a:pt x="0" y="154"/>
                </a:moveTo>
                <a:cubicBezTo>
                  <a:pt x="0" y="146"/>
                  <a:pt x="3" y="142"/>
                  <a:pt x="11" y="139"/>
                </a:cubicBezTo>
                <a:lnTo>
                  <a:pt x="464" y="139"/>
                </a:lnTo>
                <a:cubicBezTo>
                  <a:pt x="471" y="144"/>
                  <a:pt x="474" y="149"/>
                  <a:pt x="474" y="154"/>
                </a:cubicBezTo>
                <a:cubicBezTo>
                  <a:pt x="474" y="160"/>
                  <a:pt x="471" y="164"/>
                  <a:pt x="464" y="168"/>
                </a:cubicBezTo>
                <a:lnTo>
                  <a:pt x="10" y="168"/>
                </a:lnTo>
                <a:cubicBezTo>
                  <a:pt x="3" y="164"/>
                  <a:pt x="0" y="160"/>
                  <a:pt x="0" y="15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689560" y="5719320"/>
            <a:ext cx="88560" cy="170640"/>
          </a:xfrm>
          <a:custGeom>
            <a:avLst/>
            <a:gdLst/>
            <a:ahLst/>
            <a:rect l="0" t="0" r="r" b="b"/>
            <a:pathLst>
              <a:path w="246" h="474">
                <a:moveTo>
                  <a:pt x="92" y="62"/>
                </a:moveTo>
                <a:lnTo>
                  <a:pt x="83" y="66"/>
                </a:lnTo>
                <a:cubicBezTo>
                  <a:pt x="76" y="68"/>
                  <a:pt x="67" y="70"/>
                  <a:pt x="55" y="73"/>
                </a:cubicBezTo>
                <a:cubicBezTo>
                  <a:pt x="42" y="75"/>
                  <a:pt x="29" y="77"/>
                  <a:pt x="13" y="78"/>
                </a:cubicBezTo>
                <a:lnTo>
                  <a:pt x="0" y="78"/>
                </a:lnTo>
                <a:lnTo>
                  <a:pt x="0" y="45"/>
                </a:lnTo>
                <a:lnTo>
                  <a:pt x="13" y="45"/>
                </a:lnTo>
                <a:cubicBezTo>
                  <a:pt x="36" y="44"/>
                  <a:pt x="56" y="41"/>
                  <a:pt x="75" y="34"/>
                </a:cubicBezTo>
                <a:cubicBezTo>
                  <a:pt x="94" y="28"/>
                  <a:pt x="107" y="23"/>
                  <a:pt x="115" y="17"/>
                </a:cubicBezTo>
                <a:cubicBezTo>
                  <a:pt x="123" y="12"/>
                  <a:pt x="129" y="7"/>
                  <a:pt x="135" y="2"/>
                </a:cubicBezTo>
                <a:cubicBezTo>
                  <a:pt x="136" y="0"/>
                  <a:pt x="139" y="0"/>
                  <a:pt x="144" y="0"/>
                </a:cubicBezTo>
                <a:cubicBezTo>
                  <a:pt x="148" y="0"/>
                  <a:pt x="152" y="1"/>
                  <a:pt x="156" y="4"/>
                </a:cubicBezTo>
                <a:lnTo>
                  <a:pt x="156" y="217"/>
                </a:lnTo>
                <a:lnTo>
                  <a:pt x="156" y="430"/>
                </a:lnTo>
                <a:cubicBezTo>
                  <a:pt x="160" y="434"/>
                  <a:pt x="162" y="436"/>
                  <a:pt x="165" y="437"/>
                </a:cubicBezTo>
                <a:cubicBezTo>
                  <a:pt x="167" y="438"/>
                  <a:pt x="173" y="439"/>
                  <a:pt x="182" y="440"/>
                </a:cubicBezTo>
                <a:cubicBezTo>
                  <a:pt x="191" y="441"/>
                  <a:pt x="206" y="442"/>
                  <a:pt x="227" y="442"/>
                </a:cubicBezTo>
                <a:lnTo>
                  <a:pt x="246" y="442"/>
                </a:lnTo>
                <a:lnTo>
                  <a:pt x="246" y="474"/>
                </a:lnTo>
                <a:lnTo>
                  <a:pt x="238" y="474"/>
                </a:lnTo>
                <a:cubicBezTo>
                  <a:pt x="228" y="473"/>
                  <a:pt x="189" y="472"/>
                  <a:pt x="124" y="472"/>
                </a:cubicBezTo>
                <a:cubicBezTo>
                  <a:pt x="59" y="472"/>
                  <a:pt x="22" y="473"/>
                  <a:pt x="12" y="474"/>
                </a:cubicBezTo>
                <a:lnTo>
                  <a:pt x="3" y="474"/>
                </a:lnTo>
                <a:lnTo>
                  <a:pt x="3" y="442"/>
                </a:lnTo>
                <a:lnTo>
                  <a:pt x="22" y="442"/>
                </a:lnTo>
                <a:cubicBezTo>
                  <a:pt x="32" y="442"/>
                  <a:pt x="41" y="442"/>
                  <a:pt x="49" y="442"/>
                </a:cubicBezTo>
                <a:cubicBezTo>
                  <a:pt x="56" y="442"/>
                  <a:pt x="62" y="441"/>
                  <a:pt x="67" y="441"/>
                </a:cubicBezTo>
                <a:cubicBezTo>
                  <a:pt x="71" y="440"/>
                  <a:pt x="75" y="440"/>
                  <a:pt x="78" y="439"/>
                </a:cubicBezTo>
                <a:cubicBezTo>
                  <a:pt x="81" y="438"/>
                  <a:pt x="83" y="437"/>
                  <a:pt x="84" y="437"/>
                </a:cubicBezTo>
                <a:cubicBezTo>
                  <a:pt x="84" y="437"/>
                  <a:pt x="86" y="436"/>
                  <a:pt x="88" y="434"/>
                </a:cubicBezTo>
                <a:cubicBezTo>
                  <a:pt x="90" y="430"/>
                  <a:pt x="92" y="429"/>
                  <a:pt x="92" y="430"/>
                </a:cubicBezTo>
                <a:lnTo>
                  <a:pt x="92" y="6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806920" y="5719320"/>
            <a:ext cx="106560" cy="176400"/>
          </a:xfrm>
          <a:custGeom>
            <a:avLst/>
            <a:gdLst/>
            <a:ahLst/>
            <a:rect l="0" t="0" r="r" b="b"/>
            <a:pathLst>
              <a:path w="296" h="490">
                <a:moveTo>
                  <a:pt x="0" y="252"/>
                </a:moveTo>
                <a:cubicBezTo>
                  <a:pt x="0" y="174"/>
                  <a:pt x="20" y="113"/>
                  <a:pt x="58" y="68"/>
                </a:cubicBezTo>
                <a:cubicBezTo>
                  <a:pt x="96" y="23"/>
                  <a:pt x="139" y="0"/>
                  <a:pt x="186" y="0"/>
                </a:cubicBezTo>
                <a:cubicBezTo>
                  <a:pt x="219" y="0"/>
                  <a:pt x="242" y="9"/>
                  <a:pt x="256" y="26"/>
                </a:cubicBezTo>
                <a:cubicBezTo>
                  <a:pt x="271" y="43"/>
                  <a:pt x="278" y="62"/>
                  <a:pt x="278" y="83"/>
                </a:cubicBezTo>
                <a:cubicBezTo>
                  <a:pt x="278" y="95"/>
                  <a:pt x="274" y="104"/>
                  <a:pt x="268" y="112"/>
                </a:cubicBezTo>
                <a:cubicBezTo>
                  <a:pt x="261" y="119"/>
                  <a:pt x="252" y="122"/>
                  <a:pt x="240" y="122"/>
                </a:cubicBezTo>
                <a:cubicBezTo>
                  <a:pt x="229" y="122"/>
                  <a:pt x="220" y="119"/>
                  <a:pt x="213" y="112"/>
                </a:cubicBezTo>
                <a:cubicBezTo>
                  <a:pt x="206" y="106"/>
                  <a:pt x="202" y="96"/>
                  <a:pt x="202" y="85"/>
                </a:cubicBezTo>
                <a:cubicBezTo>
                  <a:pt x="202" y="64"/>
                  <a:pt x="213" y="51"/>
                  <a:pt x="236" y="47"/>
                </a:cubicBezTo>
                <a:cubicBezTo>
                  <a:pt x="225" y="36"/>
                  <a:pt x="211" y="30"/>
                  <a:pt x="192" y="29"/>
                </a:cubicBezTo>
                <a:cubicBezTo>
                  <a:pt x="158" y="29"/>
                  <a:pt x="130" y="43"/>
                  <a:pt x="108" y="72"/>
                </a:cubicBezTo>
                <a:cubicBezTo>
                  <a:pt x="86" y="103"/>
                  <a:pt x="75" y="151"/>
                  <a:pt x="75" y="215"/>
                </a:cubicBezTo>
                <a:lnTo>
                  <a:pt x="76" y="218"/>
                </a:lnTo>
                <a:cubicBezTo>
                  <a:pt x="78" y="215"/>
                  <a:pt x="80" y="212"/>
                  <a:pt x="81" y="209"/>
                </a:cubicBezTo>
                <a:cubicBezTo>
                  <a:pt x="101" y="181"/>
                  <a:pt x="126" y="166"/>
                  <a:pt x="158" y="166"/>
                </a:cubicBezTo>
                <a:lnTo>
                  <a:pt x="160" y="166"/>
                </a:lnTo>
                <a:cubicBezTo>
                  <a:pt x="182" y="166"/>
                  <a:pt x="201" y="171"/>
                  <a:pt x="218" y="180"/>
                </a:cubicBezTo>
                <a:cubicBezTo>
                  <a:pt x="229" y="186"/>
                  <a:pt x="241" y="196"/>
                  <a:pt x="252" y="208"/>
                </a:cubicBezTo>
                <a:cubicBezTo>
                  <a:pt x="264" y="221"/>
                  <a:pt x="273" y="234"/>
                  <a:pt x="280" y="249"/>
                </a:cubicBezTo>
                <a:cubicBezTo>
                  <a:pt x="291" y="272"/>
                  <a:pt x="296" y="297"/>
                  <a:pt x="296" y="325"/>
                </a:cubicBezTo>
                <a:lnTo>
                  <a:pt x="296" y="338"/>
                </a:lnTo>
                <a:cubicBezTo>
                  <a:pt x="296" y="349"/>
                  <a:pt x="295" y="359"/>
                  <a:pt x="292" y="368"/>
                </a:cubicBezTo>
                <a:cubicBezTo>
                  <a:pt x="286" y="396"/>
                  <a:pt x="271" y="424"/>
                  <a:pt x="246" y="450"/>
                </a:cubicBezTo>
                <a:cubicBezTo>
                  <a:pt x="221" y="477"/>
                  <a:pt x="189" y="490"/>
                  <a:pt x="150" y="490"/>
                </a:cubicBezTo>
                <a:cubicBezTo>
                  <a:pt x="137" y="490"/>
                  <a:pt x="124" y="488"/>
                  <a:pt x="112" y="484"/>
                </a:cubicBezTo>
                <a:cubicBezTo>
                  <a:pt x="100" y="481"/>
                  <a:pt x="86" y="473"/>
                  <a:pt x="72" y="463"/>
                </a:cubicBezTo>
                <a:cubicBezTo>
                  <a:pt x="58" y="453"/>
                  <a:pt x="46" y="439"/>
                  <a:pt x="36" y="421"/>
                </a:cubicBezTo>
                <a:cubicBezTo>
                  <a:pt x="26" y="403"/>
                  <a:pt x="17" y="380"/>
                  <a:pt x="10" y="352"/>
                </a:cubicBezTo>
                <a:cubicBezTo>
                  <a:pt x="3" y="324"/>
                  <a:pt x="0" y="290"/>
                  <a:pt x="0" y="252"/>
                </a:cubicBezTo>
                <a:moveTo>
                  <a:pt x="153" y="192"/>
                </a:moveTo>
                <a:cubicBezTo>
                  <a:pt x="139" y="192"/>
                  <a:pt x="127" y="196"/>
                  <a:pt x="116" y="204"/>
                </a:cubicBezTo>
                <a:cubicBezTo>
                  <a:pt x="106" y="212"/>
                  <a:pt x="98" y="223"/>
                  <a:pt x="92" y="236"/>
                </a:cubicBezTo>
                <a:cubicBezTo>
                  <a:pt x="86" y="249"/>
                  <a:pt x="82" y="263"/>
                  <a:pt x="80" y="277"/>
                </a:cubicBezTo>
                <a:cubicBezTo>
                  <a:pt x="78" y="290"/>
                  <a:pt x="76" y="305"/>
                  <a:pt x="76" y="321"/>
                </a:cubicBezTo>
                <a:cubicBezTo>
                  <a:pt x="76" y="360"/>
                  <a:pt x="79" y="388"/>
                  <a:pt x="84" y="405"/>
                </a:cubicBezTo>
                <a:cubicBezTo>
                  <a:pt x="90" y="422"/>
                  <a:pt x="99" y="436"/>
                  <a:pt x="111" y="447"/>
                </a:cubicBezTo>
                <a:cubicBezTo>
                  <a:pt x="123" y="455"/>
                  <a:pt x="135" y="459"/>
                  <a:pt x="149" y="459"/>
                </a:cubicBezTo>
                <a:cubicBezTo>
                  <a:pt x="173" y="459"/>
                  <a:pt x="192" y="450"/>
                  <a:pt x="204" y="432"/>
                </a:cubicBezTo>
                <a:cubicBezTo>
                  <a:pt x="211" y="424"/>
                  <a:pt x="215" y="413"/>
                  <a:pt x="217" y="400"/>
                </a:cubicBezTo>
                <a:cubicBezTo>
                  <a:pt x="220" y="388"/>
                  <a:pt x="221" y="363"/>
                  <a:pt x="221" y="326"/>
                </a:cubicBezTo>
                <a:cubicBezTo>
                  <a:pt x="221" y="288"/>
                  <a:pt x="220" y="262"/>
                  <a:pt x="217" y="250"/>
                </a:cubicBezTo>
                <a:cubicBezTo>
                  <a:pt x="215" y="237"/>
                  <a:pt x="211" y="226"/>
                  <a:pt x="204" y="218"/>
                </a:cubicBezTo>
                <a:cubicBezTo>
                  <a:pt x="192" y="200"/>
                  <a:pt x="175" y="192"/>
                  <a:pt x="153" y="192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944440" y="5858640"/>
            <a:ext cx="33840" cy="81000"/>
          </a:xfrm>
          <a:custGeom>
            <a:avLst/>
            <a:gdLst/>
            <a:ahLst/>
            <a:rect l="0" t="0" r="r" b="b"/>
            <a:pathLst>
              <a:path w="94" h="225">
                <a:moveTo>
                  <a:pt x="0" y="61"/>
                </a:moveTo>
                <a:cubicBezTo>
                  <a:pt x="0" y="61"/>
                  <a:pt x="0" y="56"/>
                  <a:pt x="0" y="44"/>
                </a:cubicBezTo>
                <a:cubicBezTo>
                  <a:pt x="0" y="32"/>
                  <a:pt x="3" y="22"/>
                  <a:pt x="11" y="13"/>
                </a:cubicBezTo>
                <a:cubicBezTo>
                  <a:pt x="19" y="5"/>
                  <a:pt x="29" y="0"/>
                  <a:pt x="42" y="0"/>
                </a:cubicBezTo>
                <a:cubicBezTo>
                  <a:pt x="56" y="0"/>
                  <a:pt x="68" y="6"/>
                  <a:pt x="78" y="18"/>
                </a:cubicBezTo>
                <a:cubicBezTo>
                  <a:pt x="89" y="30"/>
                  <a:pt x="94" y="51"/>
                  <a:pt x="94" y="81"/>
                </a:cubicBezTo>
                <a:cubicBezTo>
                  <a:pt x="94" y="97"/>
                  <a:pt x="92" y="113"/>
                  <a:pt x="88" y="129"/>
                </a:cubicBezTo>
                <a:cubicBezTo>
                  <a:pt x="84" y="145"/>
                  <a:pt x="79" y="158"/>
                  <a:pt x="73" y="170"/>
                </a:cubicBezTo>
                <a:cubicBezTo>
                  <a:pt x="67" y="181"/>
                  <a:pt x="61" y="192"/>
                  <a:pt x="55" y="200"/>
                </a:cubicBezTo>
                <a:cubicBezTo>
                  <a:pt x="47" y="208"/>
                  <a:pt x="41" y="214"/>
                  <a:pt x="37" y="219"/>
                </a:cubicBezTo>
                <a:cubicBezTo>
                  <a:pt x="32" y="224"/>
                  <a:pt x="29" y="226"/>
                  <a:pt x="27" y="225"/>
                </a:cubicBezTo>
                <a:cubicBezTo>
                  <a:pt x="25" y="225"/>
                  <a:pt x="22" y="223"/>
                  <a:pt x="18" y="219"/>
                </a:cubicBezTo>
                <a:cubicBezTo>
                  <a:pt x="14" y="215"/>
                  <a:pt x="12" y="212"/>
                  <a:pt x="12" y="210"/>
                </a:cubicBezTo>
                <a:cubicBezTo>
                  <a:pt x="12" y="208"/>
                  <a:pt x="14" y="204"/>
                  <a:pt x="20" y="198"/>
                </a:cubicBezTo>
                <a:cubicBezTo>
                  <a:pt x="25" y="193"/>
                  <a:pt x="31" y="185"/>
                  <a:pt x="37" y="176"/>
                </a:cubicBezTo>
                <a:cubicBezTo>
                  <a:pt x="44" y="167"/>
                  <a:pt x="50" y="156"/>
                  <a:pt x="57" y="140"/>
                </a:cubicBezTo>
                <a:cubicBezTo>
                  <a:pt x="62" y="125"/>
                  <a:pt x="66" y="108"/>
                  <a:pt x="68" y="88"/>
                </a:cubicBezTo>
                <a:lnTo>
                  <a:pt x="68" y="80"/>
                </a:lnTo>
                <a:lnTo>
                  <a:pt x="67" y="81"/>
                </a:lnTo>
                <a:cubicBezTo>
                  <a:pt x="67" y="81"/>
                  <a:pt x="65" y="82"/>
                  <a:pt x="64" y="82"/>
                </a:cubicBezTo>
                <a:cubicBezTo>
                  <a:pt x="62" y="83"/>
                  <a:pt x="61" y="83"/>
                  <a:pt x="60" y="84"/>
                </a:cubicBezTo>
                <a:cubicBezTo>
                  <a:pt x="58" y="85"/>
                  <a:pt x="56" y="86"/>
                  <a:pt x="53" y="86"/>
                </a:cubicBezTo>
                <a:cubicBezTo>
                  <a:pt x="49" y="86"/>
                  <a:pt x="47" y="86"/>
                  <a:pt x="44" y="86"/>
                </a:cubicBezTo>
                <a:cubicBezTo>
                  <a:pt x="31" y="86"/>
                  <a:pt x="20" y="82"/>
                  <a:pt x="12" y="74"/>
                </a:cubicBezTo>
                <a:lnTo>
                  <a:pt x="0" y="61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3006360" y="5719320"/>
            <a:ext cx="106560" cy="176400"/>
          </a:xfrm>
          <a:custGeom>
            <a:avLst/>
            <a:gdLst/>
            <a:ahLst/>
            <a:rect l="0" t="0" r="r" b="b"/>
            <a:pathLst>
              <a:path w="296" h="490">
                <a:moveTo>
                  <a:pt x="61" y="144"/>
                </a:moveTo>
                <a:cubicBezTo>
                  <a:pt x="47" y="144"/>
                  <a:pt x="37" y="140"/>
                  <a:pt x="30" y="132"/>
                </a:cubicBezTo>
                <a:cubicBezTo>
                  <a:pt x="23" y="124"/>
                  <a:pt x="19" y="113"/>
                  <a:pt x="19" y="101"/>
                </a:cubicBezTo>
                <a:cubicBezTo>
                  <a:pt x="19" y="75"/>
                  <a:pt x="30" y="51"/>
                  <a:pt x="53" y="31"/>
                </a:cubicBezTo>
                <a:cubicBezTo>
                  <a:pt x="77" y="10"/>
                  <a:pt x="104" y="0"/>
                  <a:pt x="137" y="0"/>
                </a:cubicBezTo>
                <a:cubicBezTo>
                  <a:pt x="153" y="0"/>
                  <a:pt x="164" y="1"/>
                  <a:pt x="168" y="1"/>
                </a:cubicBezTo>
                <a:cubicBezTo>
                  <a:pt x="203" y="7"/>
                  <a:pt x="230" y="19"/>
                  <a:pt x="248" y="39"/>
                </a:cubicBezTo>
                <a:cubicBezTo>
                  <a:pt x="267" y="58"/>
                  <a:pt x="276" y="79"/>
                  <a:pt x="277" y="102"/>
                </a:cubicBezTo>
                <a:cubicBezTo>
                  <a:pt x="277" y="127"/>
                  <a:pt x="269" y="151"/>
                  <a:pt x="253" y="174"/>
                </a:cubicBezTo>
                <a:cubicBezTo>
                  <a:pt x="236" y="197"/>
                  <a:pt x="214" y="214"/>
                  <a:pt x="186" y="224"/>
                </a:cubicBezTo>
                <a:lnTo>
                  <a:pt x="184" y="226"/>
                </a:lnTo>
                <a:cubicBezTo>
                  <a:pt x="184" y="226"/>
                  <a:pt x="186" y="227"/>
                  <a:pt x="190" y="228"/>
                </a:cubicBezTo>
                <a:cubicBezTo>
                  <a:pt x="194" y="229"/>
                  <a:pt x="201" y="231"/>
                  <a:pt x="211" y="234"/>
                </a:cubicBezTo>
                <a:cubicBezTo>
                  <a:pt x="220" y="238"/>
                  <a:pt x="229" y="243"/>
                  <a:pt x="238" y="249"/>
                </a:cubicBezTo>
                <a:cubicBezTo>
                  <a:pt x="276" y="274"/>
                  <a:pt x="296" y="308"/>
                  <a:pt x="296" y="349"/>
                </a:cubicBezTo>
                <a:cubicBezTo>
                  <a:pt x="296" y="386"/>
                  <a:pt x="281" y="419"/>
                  <a:pt x="252" y="447"/>
                </a:cubicBezTo>
                <a:cubicBezTo>
                  <a:pt x="222" y="476"/>
                  <a:pt x="185" y="490"/>
                  <a:pt x="140" y="490"/>
                </a:cubicBezTo>
                <a:cubicBezTo>
                  <a:pt x="102" y="490"/>
                  <a:pt x="70" y="480"/>
                  <a:pt x="41" y="458"/>
                </a:cubicBezTo>
                <a:cubicBezTo>
                  <a:pt x="13" y="438"/>
                  <a:pt x="0" y="412"/>
                  <a:pt x="0" y="381"/>
                </a:cubicBezTo>
                <a:cubicBezTo>
                  <a:pt x="0" y="368"/>
                  <a:pt x="4" y="357"/>
                  <a:pt x="13" y="349"/>
                </a:cubicBezTo>
                <a:cubicBezTo>
                  <a:pt x="21" y="341"/>
                  <a:pt x="32" y="337"/>
                  <a:pt x="45" y="336"/>
                </a:cubicBezTo>
                <a:cubicBezTo>
                  <a:pt x="59" y="336"/>
                  <a:pt x="70" y="340"/>
                  <a:pt x="78" y="349"/>
                </a:cubicBezTo>
                <a:cubicBezTo>
                  <a:pt x="87" y="357"/>
                  <a:pt x="91" y="368"/>
                  <a:pt x="91" y="381"/>
                </a:cubicBezTo>
                <a:cubicBezTo>
                  <a:pt x="91" y="386"/>
                  <a:pt x="90" y="391"/>
                  <a:pt x="89" y="395"/>
                </a:cubicBezTo>
                <a:cubicBezTo>
                  <a:pt x="88" y="399"/>
                  <a:pt x="86" y="403"/>
                  <a:pt x="84" y="406"/>
                </a:cubicBezTo>
                <a:cubicBezTo>
                  <a:pt x="82" y="410"/>
                  <a:pt x="79" y="413"/>
                  <a:pt x="76" y="415"/>
                </a:cubicBezTo>
                <a:cubicBezTo>
                  <a:pt x="73" y="417"/>
                  <a:pt x="70" y="419"/>
                  <a:pt x="68" y="421"/>
                </a:cubicBezTo>
                <a:cubicBezTo>
                  <a:pt x="65" y="422"/>
                  <a:pt x="63" y="423"/>
                  <a:pt x="60" y="424"/>
                </a:cubicBezTo>
                <a:cubicBezTo>
                  <a:pt x="58" y="424"/>
                  <a:pt x="55" y="425"/>
                  <a:pt x="54" y="426"/>
                </a:cubicBezTo>
                <a:lnTo>
                  <a:pt x="51" y="426"/>
                </a:lnTo>
                <a:cubicBezTo>
                  <a:pt x="76" y="448"/>
                  <a:pt x="106" y="458"/>
                  <a:pt x="140" y="458"/>
                </a:cubicBezTo>
                <a:cubicBezTo>
                  <a:pt x="166" y="458"/>
                  <a:pt x="186" y="446"/>
                  <a:pt x="199" y="421"/>
                </a:cubicBezTo>
                <a:cubicBezTo>
                  <a:pt x="207" y="405"/>
                  <a:pt x="211" y="381"/>
                  <a:pt x="211" y="349"/>
                </a:cubicBezTo>
                <a:lnTo>
                  <a:pt x="211" y="335"/>
                </a:lnTo>
                <a:cubicBezTo>
                  <a:pt x="211" y="290"/>
                  <a:pt x="196" y="259"/>
                  <a:pt x="166" y="244"/>
                </a:cubicBezTo>
                <a:cubicBezTo>
                  <a:pt x="159" y="241"/>
                  <a:pt x="144" y="240"/>
                  <a:pt x="122" y="239"/>
                </a:cubicBezTo>
                <a:lnTo>
                  <a:pt x="93" y="239"/>
                </a:lnTo>
                <a:lnTo>
                  <a:pt x="90" y="237"/>
                </a:lnTo>
                <a:cubicBezTo>
                  <a:pt x="89" y="236"/>
                  <a:pt x="89" y="232"/>
                  <a:pt x="89" y="226"/>
                </a:cubicBezTo>
                <a:cubicBezTo>
                  <a:pt x="89" y="217"/>
                  <a:pt x="91" y="213"/>
                  <a:pt x="95" y="213"/>
                </a:cubicBezTo>
                <a:cubicBezTo>
                  <a:pt x="108" y="213"/>
                  <a:pt x="122" y="212"/>
                  <a:pt x="136" y="209"/>
                </a:cubicBezTo>
                <a:cubicBezTo>
                  <a:pt x="152" y="207"/>
                  <a:pt x="167" y="197"/>
                  <a:pt x="180" y="180"/>
                </a:cubicBezTo>
                <a:cubicBezTo>
                  <a:pt x="193" y="162"/>
                  <a:pt x="200" y="135"/>
                  <a:pt x="200" y="100"/>
                </a:cubicBezTo>
                <a:lnTo>
                  <a:pt x="200" y="94"/>
                </a:lnTo>
                <a:cubicBezTo>
                  <a:pt x="200" y="67"/>
                  <a:pt x="192" y="48"/>
                  <a:pt x="175" y="38"/>
                </a:cubicBezTo>
                <a:cubicBezTo>
                  <a:pt x="165" y="31"/>
                  <a:pt x="153" y="28"/>
                  <a:pt x="142" y="28"/>
                </a:cubicBezTo>
                <a:cubicBezTo>
                  <a:pt x="126" y="28"/>
                  <a:pt x="112" y="31"/>
                  <a:pt x="100" y="36"/>
                </a:cubicBezTo>
                <a:cubicBezTo>
                  <a:pt x="87" y="41"/>
                  <a:pt x="78" y="47"/>
                  <a:pt x="73" y="52"/>
                </a:cubicBezTo>
                <a:cubicBezTo>
                  <a:pt x="67" y="58"/>
                  <a:pt x="65" y="61"/>
                  <a:pt x="65" y="61"/>
                </a:cubicBezTo>
                <a:lnTo>
                  <a:pt x="67" y="61"/>
                </a:lnTo>
                <a:cubicBezTo>
                  <a:pt x="68" y="61"/>
                  <a:pt x="70" y="62"/>
                  <a:pt x="73" y="62"/>
                </a:cubicBezTo>
                <a:cubicBezTo>
                  <a:pt x="75" y="63"/>
                  <a:pt x="77" y="64"/>
                  <a:pt x="80" y="66"/>
                </a:cubicBezTo>
                <a:cubicBezTo>
                  <a:pt x="82" y="68"/>
                  <a:pt x="85" y="69"/>
                  <a:pt x="88" y="71"/>
                </a:cubicBezTo>
                <a:cubicBezTo>
                  <a:pt x="92" y="72"/>
                  <a:pt x="94" y="75"/>
                  <a:pt x="95" y="79"/>
                </a:cubicBezTo>
                <a:cubicBezTo>
                  <a:pt x="97" y="82"/>
                  <a:pt x="99" y="86"/>
                  <a:pt x="101" y="89"/>
                </a:cubicBezTo>
                <a:cubicBezTo>
                  <a:pt x="103" y="93"/>
                  <a:pt x="104" y="97"/>
                  <a:pt x="103" y="103"/>
                </a:cubicBezTo>
                <a:cubicBezTo>
                  <a:pt x="103" y="114"/>
                  <a:pt x="100" y="123"/>
                  <a:pt x="93" y="131"/>
                </a:cubicBezTo>
                <a:cubicBezTo>
                  <a:pt x="87" y="139"/>
                  <a:pt x="76" y="144"/>
                  <a:pt x="61" y="1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3134520" y="5719320"/>
            <a:ext cx="106560" cy="176400"/>
          </a:xfrm>
          <a:custGeom>
            <a:avLst/>
            <a:gdLst/>
            <a:ahLst/>
            <a:rect l="0" t="0" r="r" b="b"/>
            <a:pathLst>
              <a:path w="296" h="490">
                <a:moveTo>
                  <a:pt x="58" y="35"/>
                </a:moveTo>
                <a:cubicBezTo>
                  <a:pt x="83" y="12"/>
                  <a:pt x="113" y="0"/>
                  <a:pt x="146" y="0"/>
                </a:cubicBezTo>
                <a:cubicBezTo>
                  <a:pt x="180" y="0"/>
                  <a:pt x="209" y="11"/>
                  <a:pt x="236" y="30"/>
                </a:cubicBezTo>
                <a:cubicBezTo>
                  <a:pt x="263" y="50"/>
                  <a:pt x="276" y="76"/>
                  <a:pt x="276" y="108"/>
                </a:cubicBezTo>
                <a:cubicBezTo>
                  <a:pt x="276" y="122"/>
                  <a:pt x="273" y="136"/>
                  <a:pt x="268" y="148"/>
                </a:cubicBezTo>
                <a:cubicBezTo>
                  <a:pt x="263" y="160"/>
                  <a:pt x="255" y="170"/>
                  <a:pt x="248" y="178"/>
                </a:cubicBezTo>
                <a:cubicBezTo>
                  <a:pt x="241" y="185"/>
                  <a:pt x="234" y="192"/>
                  <a:pt x="226" y="198"/>
                </a:cubicBezTo>
                <a:cubicBezTo>
                  <a:pt x="219" y="203"/>
                  <a:pt x="213" y="208"/>
                  <a:pt x="208" y="210"/>
                </a:cubicBezTo>
                <a:cubicBezTo>
                  <a:pt x="203" y="213"/>
                  <a:pt x="200" y="215"/>
                  <a:pt x="200" y="216"/>
                </a:cubicBezTo>
                <a:lnTo>
                  <a:pt x="210" y="223"/>
                </a:lnTo>
                <a:cubicBezTo>
                  <a:pt x="217" y="227"/>
                  <a:pt x="223" y="232"/>
                  <a:pt x="230" y="237"/>
                </a:cubicBezTo>
                <a:cubicBezTo>
                  <a:pt x="237" y="241"/>
                  <a:pt x="240" y="244"/>
                  <a:pt x="241" y="245"/>
                </a:cubicBezTo>
                <a:cubicBezTo>
                  <a:pt x="278" y="273"/>
                  <a:pt x="296" y="308"/>
                  <a:pt x="296" y="351"/>
                </a:cubicBezTo>
                <a:cubicBezTo>
                  <a:pt x="296" y="388"/>
                  <a:pt x="282" y="421"/>
                  <a:pt x="253" y="448"/>
                </a:cubicBezTo>
                <a:cubicBezTo>
                  <a:pt x="226" y="476"/>
                  <a:pt x="190" y="490"/>
                  <a:pt x="147" y="490"/>
                </a:cubicBezTo>
                <a:cubicBezTo>
                  <a:pt x="104" y="490"/>
                  <a:pt x="69" y="478"/>
                  <a:pt x="41" y="454"/>
                </a:cubicBezTo>
                <a:cubicBezTo>
                  <a:pt x="14" y="430"/>
                  <a:pt x="0" y="400"/>
                  <a:pt x="0" y="364"/>
                </a:cubicBezTo>
                <a:cubicBezTo>
                  <a:pt x="0" y="313"/>
                  <a:pt x="31" y="270"/>
                  <a:pt x="92" y="236"/>
                </a:cubicBezTo>
                <a:lnTo>
                  <a:pt x="79" y="227"/>
                </a:lnTo>
                <a:cubicBezTo>
                  <a:pt x="69" y="221"/>
                  <a:pt x="63" y="216"/>
                  <a:pt x="60" y="213"/>
                </a:cubicBezTo>
                <a:cubicBezTo>
                  <a:pt x="33" y="189"/>
                  <a:pt x="19" y="159"/>
                  <a:pt x="19" y="123"/>
                </a:cubicBezTo>
                <a:cubicBezTo>
                  <a:pt x="19" y="86"/>
                  <a:pt x="32" y="57"/>
                  <a:pt x="58" y="35"/>
                </a:cubicBezTo>
                <a:moveTo>
                  <a:pt x="173" y="200"/>
                </a:moveTo>
                <a:lnTo>
                  <a:pt x="177" y="197"/>
                </a:lnTo>
                <a:cubicBezTo>
                  <a:pt x="180" y="195"/>
                  <a:pt x="182" y="194"/>
                  <a:pt x="184" y="193"/>
                </a:cubicBezTo>
                <a:cubicBezTo>
                  <a:pt x="185" y="192"/>
                  <a:pt x="187" y="190"/>
                  <a:pt x="191" y="188"/>
                </a:cubicBezTo>
                <a:cubicBezTo>
                  <a:pt x="194" y="185"/>
                  <a:pt x="197" y="183"/>
                  <a:pt x="199" y="181"/>
                </a:cubicBezTo>
                <a:cubicBezTo>
                  <a:pt x="202" y="178"/>
                  <a:pt x="204" y="175"/>
                  <a:pt x="207" y="172"/>
                </a:cubicBezTo>
                <a:cubicBezTo>
                  <a:pt x="210" y="169"/>
                  <a:pt x="213" y="166"/>
                  <a:pt x="215" y="163"/>
                </a:cubicBezTo>
                <a:cubicBezTo>
                  <a:pt x="217" y="160"/>
                  <a:pt x="220" y="156"/>
                  <a:pt x="222" y="151"/>
                </a:cubicBezTo>
                <a:cubicBezTo>
                  <a:pt x="224" y="147"/>
                  <a:pt x="227" y="143"/>
                  <a:pt x="228" y="139"/>
                </a:cubicBezTo>
                <a:cubicBezTo>
                  <a:pt x="230" y="136"/>
                  <a:pt x="232" y="131"/>
                  <a:pt x="232" y="125"/>
                </a:cubicBezTo>
                <a:cubicBezTo>
                  <a:pt x="232" y="119"/>
                  <a:pt x="233" y="114"/>
                  <a:pt x="233" y="109"/>
                </a:cubicBezTo>
                <a:cubicBezTo>
                  <a:pt x="233" y="89"/>
                  <a:pt x="227" y="72"/>
                  <a:pt x="213" y="57"/>
                </a:cubicBezTo>
                <a:cubicBezTo>
                  <a:pt x="199" y="43"/>
                  <a:pt x="183" y="34"/>
                  <a:pt x="165" y="30"/>
                </a:cubicBezTo>
                <a:cubicBezTo>
                  <a:pt x="162" y="30"/>
                  <a:pt x="154" y="30"/>
                  <a:pt x="142" y="30"/>
                </a:cubicBezTo>
                <a:cubicBezTo>
                  <a:pt x="122" y="30"/>
                  <a:pt x="104" y="36"/>
                  <a:pt x="87" y="48"/>
                </a:cubicBezTo>
                <a:cubicBezTo>
                  <a:pt x="70" y="61"/>
                  <a:pt x="61" y="76"/>
                  <a:pt x="61" y="94"/>
                </a:cubicBezTo>
                <a:cubicBezTo>
                  <a:pt x="61" y="105"/>
                  <a:pt x="64" y="115"/>
                  <a:pt x="70" y="124"/>
                </a:cubicBezTo>
                <a:cubicBezTo>
                  <a:pt x="76" y="133"/>
                  <a:pt x="82" y="140"/>
                  <a:pt x="88" y="145"/>
                </a:cubicBezTo>
                <a:cubicBezTo>
                  <a:pt x="94" y="150"/>
                  <a:pt x="106" y="157"/>
                  <a:pt x="124" y="168"/>
                </a:cubicBezTo>
                <a:cubicBezTo>
                  <a:pt x="127" y="170"/>
                  <a:pt x="130" y="172"/>
                  <a:pt x="132" y="173"/>
                </a:cubicBezTo>
                <a:lnTo>
                  <a:pt x="173" y="200"/>
                </a:lnTo>
                <a:moveTo>
                  <a:pt x="147" y="459"/>
                </a:moveTo>
                <a:cubicBezTo>
                  <a:pt x="175" y="459"/>
                  <a:pt x="199" y="451"/>
                  <a:pt x="218" y="435"/>
                </a:cubicBezTo>
                <a:cubicBezTo>
                  <a:pt x="238" y="419"/>
                  <a:pt x="248" y="400"/>
                  <a:pt x="248" y="377"/>
                </a:cubicBezTo>
                <a:cubicBezTo>
                  <a:pt x="248" y="369"/>
                  <a:pt x="247" y="361"/>
                  <a:pt x="245" y="354"/>
                </a:cubicBezTo>
                <a:cubicBezTo>
                  <a:pt x="242" y="347"/>
                  <a:pt x="240" y="341"/>
                  <a:pt x="236" y="336"/>
                </a:cubicBezTo>
                <a:cubicBezTo>
                  <a:pt x="233" y="332"/>
                  <a:pt x="228" y="326"/>
                  <a:pt x="221" y="321"/>
                </a:cubicBezTo>
                <a:cubicBezTo>
                  <a:pt x="214" y="315"/>
                  <a:pt x="208" y="311"/>
                  <a:pt x="204" y="308"/>
                </a:cubicBezTo>
                <a:cubicBezTo>
                  <a:pt x="200" y="305"/>
                  <a:pt x="194" y="301"/>
                  <a:pt x="184" y="294"/>
                </a:cubicBezTo>
                <a:cubicBezTo>
                  <a:pt x="174" y="288"/>
                  <a:pt x="167" y="284"/>
                  <a:pt x="164" y="282"/>
                </a:cubicBezTo>
                <a:cubicBezTo>
                  <a:pt x="158" y="278"/>
                  <a:pt x="151" y="274"/>
                  <a:pt x="143" y="269"/>
                </a:cubicBezTo>
                <a:cubicBezTo>
                  <a:pt x="136" y="264"/>
                  <a:pt x="129" y="260"/>
                  <a:pt x="125" y="257"/>
                </a:cubicBezTo>
                <a:lnTo>
                  <a:pt x="119" y="253"/>
                </a:lnTo>
                <a:cubicBezTo>
                  <a:pt x="116" y="253"/>
                  <a:pt x="109" y="257"/>
                  <a:pt x="98" y="265"/>
                </a:cubicBezTo>
                <a:cubicBezTo>
                  <a:pt x="87" y="273"/>
                  <a:pt x="76" y="286"/>
                  <a:pt x="64" y="304"/>
                </a:cubicBezTo>
                <a:cubicBezTo>
                  <a:pt x="52" y="322"/>
                  <a:pt x="46" y="342"/>
                  <a:pt x="46" y="363"/>
                </a:cubicBezTo>
                <a:cubicBezTo>
                  <a:pt x="46" y="391"/>
                  <a:pt x="56" y="414"/>
                  <a:pt x="76" y="432"/>
                </a:cubicBezTo>
                <a:cubicBezTo>
                  <a:pt x="97" y="450"/>
                  <a:pt x="120" y="459"/>
                  <a:pt x="147" y="45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258720" y="5716440"/>
            <a:ext cx="113760" cy="173520"/>
          </a:xfrm>
          <a:custGeom>
            <a:avLst/>
            <a:gdLst/>
            <a:ahLst/>
            <a:rect l="0" t="0" r="r" b="b"/>
            <a:pathLst>
              <a:path w="316" h="482">
                <a:moveTo>
                  <a:pt x="310" y="482"/>
                </a:moveTo>
                <a:cubicBezTo>
                  <a:pt x="301" y="481"/>
                  <a:pt x="271" y="480"/>
                  <a:pt x="217" y="480"/>
                </a:cubicBezTo>
                <a:cubicBezTo>
                  <a:pt x="162" y="480"/>
                  <a:pt x="130" y="481"/>
                  <a:pt x="122" y="482"/>
                </a:cubicBezTo>
                <a:lnTo>
                  <a:pt x="115" y="482"/>
                </a:lnTo>
                <a:lnTo>
                  <a:pt x="115" y="450"/>
                </a:lnTo>
                <a:lnTo>
                  <a:pt x="137" y="450"/>
                </a:lnTo>
                <a:cubicBezTo>
                  <a:pt x="147" y="450"/>
                  <a:pt x="153" y="450"/>
                  <a:pt x="157" y="450"/>
                </a:cubicBezTo>
                <a:cubicBezTo>
                  <a:pt x="160" y="450"/>
                  <a:pt x="164" y="449"/>
                  <a:pt x="169" y="448"/>
                </a:cubicBezTo>
                <a:cubicBezTo>
                  <a:pt x="173" y="447"/>
                  <a:pt x="177" y="446"/>
                  <a:pt x="179" y="445"/>
                </a:cubicBezTo>
                <a:cubicBezTo>
                  <a:pt x="181" y="443"/>
                  <a:pt x="182" y="441"/>
                  <a:pt x="184" y="439"/>
                </a:cubicBezTo>
                <a:cubicBezTo>
                  <a:pt x="184" y="438"/>
                  <a:pt x="184" y="425"/>
                  <a:pt x="184" y="401"/>
                </a:cubicBezTo>
                <a:lnTo>
                  <a:pt x="184" y="365"/>
                </a:lnTo>
                <a:lnTo>
                  <a:pt x="0" y="365"/>
                </a:lnTo>
                <a:lnTo>
                  <a:pt x="0" y="332"/>
                </a:lnTo>
                <a:lnTo>
                  <a:pt x="108" y="167"/>
                </a:lnTo>
                <a:cubicBezTo>
                  <a:pt x="180" y="57"/>
                  <a:pt x="217" y="2"/>
                  <a:pt x="218" y="1"/>
                </a:cubicBezTo>
                <a:cubicBezTo>
                  <a:pt x="219" y="0"/>
                  <a:pt x="224" y="0"/>
                  <a:pt x="233" y="0"/>
                </a:cubicBezTo>
                <a:lnTo>
                  <a:pt x="247" y="0"/>
                </a:lnTo>
                <a:lnTo>
                  <a:pt x="251" y="4"/>
                </a:lnTo>
                <a:lnTo>
                  <a:pt x="251" y="332"/>
                </a:lnTo>
                <a:lnTo>
                  <a:pt x="316" y="332"/>
                </a:lnTo>
                <a:lnTo>
                  <a:pt x="316" y="365"/>
                </a:lnTo>
                <a:lnTo>
                  <a:pt x="251" y="365"/>
                </a:lnTo>
                <a:lnTo>
                  <a:pt x="251" y="401"/>
                </a:lnTo>
                <a:cubicBezTo>
                  <a:pt x="251" y="421"/>
                  <a:pt x="251" y="432"/>
                  <a:pt x="251" y="435"/>
                </a:cubicBezTo>
                <a:cubicBezTo>
                  <a:pt x="251" y="439"/>
                  <a:pt x="252" y="442"/>
                  <a:pt x="255" y="444"/>
                </a:cubicBezTo>
                <a:cubicBezTo>
                  <a:pt x="259" y="447"/>
                  <a:pt x="272" y="449"/>
                  <a:pt x="296" y="450"/>
                </a:cubicBezTo>
                <a:lnTo>
                  <a:pt x="316" y="450"/>
                </a:lnTo>
                <a:lnTo>
                  <a:pt x="316" y="482"/>
                </a:lnTo>
                <a:lnTo>
                  <a:pt x="310" y="482"/>
                </a:lnTo>
                <a:moveTo>
                  <a:pt x="189" y="332"/>
                </a:moveTo>
                <a:lnTo>
                  <a:pt x="189" y="94"/>
                </a:lnTo>
                <a:lnTo>
                  <a:pt x="33" y="332"/>
                </a:lnTo>
                <a:lnTo>
                  <a:pt x="110" y="332"/>
                </a:lnTo>
                <a:lnTo>
                  <a:pt x="189" y="33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571320" y="5677920"/>
            <a:ext cx="1491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Dictionary size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3512160" y="5714640"/>
            <a:ext cx="113760" cy="173880"/>
          </a:xfrm>
          <a:custGeom>
            <a:avLst/>
            <a:gdLst/>
            <a:ahLst/>
            <a:rect l="0" t="0" r="r" b="b"/>
            <a:pathLst>
              <a:path w="316" h="483">
                <a:moveTo>
                  <a:pt x="310" y="483"/>
                </a:moveTo>
                <a:cubicBezTo>
                  <a:pt x="301" y="482"/>
                  <a:pt x="271" y="481"/>
                  <a:pt x="218" y="481"/>
                </a:cubicBezTo>
                <a:cubicBezTo>
                  <a:pt x="162" y="481"/>
                  <a:pt x="130" y="482"/>
                  <a:pt x="122" y="483"/>
                </a:cubicBezTo>
                <a:lnTo>
                  <a:pt x="115" y="483"/>
                </a:lnTo>
                <a:lnTo>
                  <a:pt x="115" y="450"/>
                </a:lnTo>
                <a:lnTo>
                  <a:pt x="138" y="450"/>
                </a:lnTo>
                <a:cubicBezTo>
                  <a:pt x="147" y="450"/>
                  <a:pt x="153" y="450"/>
                  <a:pt x="157" y="450"/>
                </a:cubicBezTo>
                <a:cubicBezTo>
                  <a:pt x="160" y="450"/>
                  <a:pt x="164" y="450"/>
                  <a:pt x="170" y="449"/>
                </a:cubicBezTo>
                <a:cubicBezTo>
                  <a:pt x="175" y="448"/>
                  <a:pt x="178" y="447"/>
                  <a:pt x="180" y="445"/>
                </a:cubicBezTo>
                <a:cubicBezTo>
                  <a:pt x="182" y="444"/>
                  <a:pt x="183" y="442"/>
                  <a:pt x="185" y="440"/>
                </a:cubicBezTo>
                <a:cubicBezTo>
                  <a:pt x="185" y="439"/>
                  <a:pt x="186" y="426"/>
                  <a:pt x="186" y="401"/>
                </a:cubicBezTo>
                <a:lnTo>
                  <a:pt x="186" y="366"/>
                </a:lnTo>
                <a:lnTo>
                  <a:pt x="0" y="366"/>
                </a:lnTo>
                <a:lnTo>
                  <a:pt x="0" y="333"/>
                </a:lnTo>
                <a:lnTo>
                  <a:pt x="108" y="168"/>
                </a:lnTo>
                <a:cubicBezTo>
                  <a:pt x="181" y="58"/>
                  <a:pt x="218" y="2"/>
                  <a:pt x="219" y="2"/>
                </a:cubicBezTo>
                <a:cubicBezTo>
                  <a:pt x="220" y="1"/>
                  <a:pt x="225" y="0"/>
                  <a:pt x="234" y="0"/>
                </a:cubicBezTo>
                <a:lnTo>
                  <a:pt x="247" y="0"/>
                </a:lnTo>
                <a:lnTo>
                  <a:pt x="251" y="5"/>
                </a:lnTo>
                <a:lnTo>
                  <a:pt x="251" y="333"/>
                </a:lnTo>
                <a:lnTo>
                  <a:pt x="316" y="333"/>
                </a:lnTo>
                <a:lnTo>
                  <a:pt x="316" y="366"/>
                </a:lnTo>
                <a:lnTo>
                  <a:pt x="251" y="366"/>
                </a:lnTo>
                <a:lnTo>
                  <a:pt x="251" y="402"/>
                </a:lnTo>
                <a:cubicBezTo>
                  <a:pt x="251" y="421"/>
                  <a:pt x="251" y="433"/>
                  <a:pt x="251" y="436"/>
                </a:cubicBezTo>
                <a:cubicBezTo>
                  <a:pt x="251" y="439"/>
                  <a:pt x="252" y="442"/>
                  <a:pt x="255" y="445"/>
                </a:cubicBezTo>
                <a:cubicBezTo>
                  <a:pt x="259" y="448"/>
                  <a:pt x="273" y="450"/>
                  <a:pt x="296" y="450"/>
                </a:cubicBezTo>
                <a:lnTo>
                  <a:pt x="316" y="450"/>
                </a:lnTo>
                <a:lnTo>
                  <a:pt x="316" y="483"/>
                </a:lnTo>
                <a:lnTo>
                  <a:pt x="310" y="483"/>
                </a:lnTo>
                <a:moveTo>
                  <a:pt x="190" y="333"/>
                </a:moveTo>
                <a:lnTo>
                  <a:pt x="190" y="94"/>
                </a:lnTo>
                <a:lnTo>
                  <a:pt x="33" y="332"/>
                </a:lnTo>
                <a:lnTo>
                  <a:pt x="111" y="333"/>
                </a:lnTo>
                <a:lnTo>
                  <a:pt x="190" y="333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3670920" y="5762520"/>
            <a:ext cx="123840" cy="123840"/>
          </a:xfrm>
          <a:custGeom>
            <a:avLst/>
            <a:gdLst/>
            <a:ahLst/>
            <a:rect l="0" t="0" r="r" b="b"/>
            <a:pathLst>
              <a:path w="344" h="344">
                <a:moveTo>
                  <a:pt x="344" y="329"/>
                </a:moveTo>
                <a:cubicBezTo>
                  <a:pt x="344" y="339"/>
                  <a:pt x="339" y="344"/>
                  <a:pt x="329" y="344"/>
                </a:cubicBezTo>
                <a:cubicBezTo>
                  <a:pt x="327" y="344"/>
                  <a:pt x="322" y="340"/>
                  <a:pt x="314" y="332"/>
                </a:cubicBezTo>
                <a:cubicBezTo>
                  <a:pt x="306" y="325"/>
                  <a:pt x="283" y="303"/>
                  <a:pt x="246" y="266"/>
                </a:cubicBezTo>
                <a:lnTo>
                  <a:pt x="172" y="191"/>
                </a:lnTo>
                <a:lnTo>
                  <a:pt x="97" y="267"/>
                </a:lnTo>
                <a:cubicBezTo>
                  <a:pt x="47" y="316"/>
                  <a:pt x="21" y="341"/>
                  <a:pt x="20" y="342"/>
                </a:cubicBezTo>
                <a:cubicBezTo>
                  <a:pt x="18" y="343"/>
                  <a:pt x="16" y="344"/>
                  <a:pt x="15" y="344"/>
                </a:cubicBezTo>
                <a:cubicBezTo>
                  <a:pt x="11" y="344"/>
                  <a:pt x="7" y="342"/>
                  <a:pt x="5" y="339"/>
                </a:cubicBezTo>
                <a:cubicBezTo>
                  <a:pt x="2" y="337"/>
                  <a:pt x="0" y="333"/>
                  <a:pt x="0" y="329"/>
                </a:cubicBezTo>
                <a:cubicBezTo>
                  <a:pt x="0" y="326"/>
                  <a:pt x="3" y="321"/>
                  <a:pt x="10" y="314"/>
                </a:cubicBezTo>
                <a:cubicBezTo>
                  <a:pt x="16" y="307"/>
                  <a:pt x="39" y="284"/>
                  <a:pt x="76" y="246"/>
                </a:cubicBezTo>
                <a:lnTo>
                  <a:pt x="150" y="171"/>
                </a:lnTo>
                <a:lnTo>
                  <a:pt x="76" y="97"/>
                </a:lnTo>
                <a:cubicBezTo>
                  <a:pt x="38" y="59"/>
                  <a:pt x="16" y="36"/>
                  <a:pt x="10" y="30"/>
                </a:cubicBezTo>
                <a:cubicBezTo>
                  <a:pt x="3" y="23"/>
                  <a:pt x="0" y="18"/>
                  <a:pt x="0" y="14"/>
                </a:cubicBezTo>
                <a:cubicBezTo>
                  <a:pt x="0" y="10"/>
                  <a:pt x="1" y="6"/>
                  <a:pt x="4" y="4"/>
                </a:cubicBezTo>
                <a:cubicBezTo>
                  <a:pt x="7" y="2"/>
                  <a:pt x="10" y="1"/>
                  <a:pt x="15" y="1"/>
                </a:cubicBezTo>
                <a:cubicBezTo>
                  <a:pt x="17" y="1"/>
                  <a:pt x="19" y="1"/>
                  <a:pt x="20" y="1"/>
                </a:cubicBezTo>
                <a:cubicBezTo>
                  <a:pt x="21" y="2"/>
                  <a:pt x="47" y="27"/>
                  <a:pt x="97" y="77"/>
                </a:cubicBezTo>
                <a:lnTo>
                  <a:pt x="172" y="151"/>
                </a:lnTo>
                <a:lnTo>
                  <a:pt x="246" y="77"/>
                </a:lnTo>
                <a:cubicBezTo>
                  <a:pt x="283" y="41"/>
                  <a:pt x="306" y="19"/>
                  <a:pt x="314" y="11"/>
                </a:cubicBezTo>
                <a:cubicBezTo>
                  <a:pt x="322" y="4"/>
                  <a:pt x="327" y="0"/>
                  <a:pt x="329" y="0"/>
                </a:cubicBezTo>
                <a:cubicBezTo>
                  <a:pt x="339" y="0"/>
                  <a:pt x="344" y="5"/>
                  <a:pt x="344" y="14"/>
                </a:cubicBezTo>
                <a:cubicBezTo>
                  <a:pt x="344" y="17"/>
                  <a:pt x="342" y="22"/>
                  <a:pt x="337" y="27"/>
                </a:cubicBezTo>
                <a:cubicBezTo>
                  <a:pt x="332" y="32"/>
                  <a:pt x="309" y="55"/>
                  <a:pt x="267" y="97"/>
                </a:cubicBezTo>
                <a:lnTo>
                  <a:pt x="192" y="171"/>
                </a:lnTo>
                <a:lnTo>
                  <a:pt x="267" y="247"/>
                </a:lnTo>
                <a:cubicBezTo>
                  <a:pt x="307" y="287"/>
                  <a:pt x="330" y="310"/>
                  <a:pt x="336" y="316"/>
                </a:cubicBezTo>
                <a:cubicBezTo>
                  <a:pt x="341" y="322"/>
                  <a:pt x="344" y="327"/>
                  <a:pt x="344" y="32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3382920" y="5677920"/>
            <a:ext cx="218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828240" y="5677920"/>
            <a:ext cx="1277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hidden dim).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8" name=""/>
          <p:cNvPicPr/>
          <p:nvPr/>
        </p:nvPicPr>
        <p:blipFill>
          <a:blip r:embed="rId1"/>
          <a:stretch/>
        </p:blipFill>
        <p:spPr>
          <a:xfrm>
            <a:off x="2381400" y="1057320"/>
            <a:ext cx="7428960" cy="409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"/>
          <p:cNvSpPr/>
          <p:nvPr/>
        </p:nvSpPr>
        <p:spPr>
          <a:xfrm>
            <a:off x="857160" y="5448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71320" y="507960"/>
            <a:ext cx="18486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Why Layer 20?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857160" y="58291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7"/>
                  <a:pt x="140" y="173"/>
                  <a:pt x="129" y="178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8"/>
                </a:cubicBezTo>
                <a:cubicBezTo>
                  <a:pt x="46" y="173"/>
                  <a:pt x="36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053360" y="5334840"/>
            <a:ext cx="5487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Layers 8/16: low MSE but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pre-decision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representations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857160" y="6219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053360" y="5716080"/>
            <a:ext cx="4965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Layer 20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: best alive %, lowest dead %, MSE &lt; 1.0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053360" y="6106680"/>
            <a:ext cx="3152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Layers 32+: MoE expert routing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4195800" y="6116760"/>
            <a:ext cx="220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4415040" y="6106680"/>
            <a:ext cx="1872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500x+ higher MSE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80680" y="2314440"/>
            <a:ext cx="2572200" cy="428760"/>
          </a:xfrm>
          <a:custGeom>
            <a:avLst/>
            <a:gdLst/>
            <a:ahLst/>
            <a:rect l="0" t="0" r="r" b="b"/>
            <a:pathLst>
              <a:path w="7145" h="1191">
                <a:moveTo>
                  <a:pt x="0" y="0"/>
                </a:moveTo>
                <a:lnTo>
                  <a:pt x="7145" y="0"/>
                </a:lnTo>
                <a:lnTo>
                  <a:pt x="714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3152520" y="2314440"/>
            <a:ext cx="1895760" cy="428760"/>
          </a:xfrm>
          <a:custGeom>
            <a:avLst/>
            <a:gdLst/>
            <a:ahLst/>
            <a:rect l="0" t="0" r="r" b="b"/>
            <a:pathLst>
              <a:path w="5266" h="1191">
                <a:moveTo>
                  <a:pt x="0" y="0"/>
                </a:moveTo>
                <a:lnTo>
                  <a:pt x="5266" y="0"/>
                </a:lnTo>
                <a:lnTo>
                  <a:pt x="526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80680" y="2314440"/>
            <a:ext cx="2572200" cy="428760"/>
          </a:xfrm>
          <a:custGeom>
            <a:avLst/>
            <a:gdLst/>
            <a:ahLst/>
            <a:rect l="0" t="0" r="r" b="b"/>
            <a:pathLst>
              <a:path w="7145" h="1191">
                <a:moveTo>
                  <a:pt x="0" y="0"/>
                </a:moveTo>
                <a:lnTo>
                  <a:pt x="7145" y="0"/>
                </a:lnTo>
                <a:lnTo>
                  <a:pt x="714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152520" y="2314440"/>
            <a:ext cx="1895760" cy="428760"/>
          </a:xfrm>
          <a:custGeom>
            <a:avLst/>
            <a:gdLst/>
            <a:ahLst/>
            <a:rect l="0" t="0" r="r" b="b"/>
            <a:pathLst>
              <a:path w="5266" h="1191">
                <a:moveTo>
                  <a:pt x="0" y="0"/>
                </a:moveTo>
                <a:lnTo>
                  <a:pt x="5266" y="0"/>
                </a:lnTo>
                <a:lnTo>
                  <a:pt x="526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80680" y="2742840"/>
            <a:ext cx="2572200" cy="400680"/>
          </a:xfrm>
          <a:custGeom>
            <a:avLst/>
            <a:gdLst/>
            <a:ahLst/>
            <a:rect l="0" t="0" r="r" b="b"/>
            <a:pathLst>
              <a:path w="7145" h="1113">
                <a:moveTo>
                  <a:pt x="0" y="0"/>
                </a:moveTo>
                <a:lnTo>
                  <a:pt x="7145" y="0"/>
                </a:lnTo>
                <a:lnTo>
                  <a:pt x="7145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3152520" y="2742840"/>
            <a:ext cx="1895760" cy="400680"/>
          </a:xfrm>
          <a:custGeom>
            <a:avLst/>
            <a:gdLst/>
            <a:ahLst/>
            <a:rect l="0" t="0" r="r" b="b"/>
            <a:pathLst>
              <a:path w="5266" h="1113">
                <a:moveTo>
                  <a:pt x="0" y="0"/>
                </a:moveTo>
                <a:lnTo>
                  <a:pt x="5266" y="0"/>
                </a:lnTo>
                <a:lnTo>
                  <a:pt x="5266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80680" y="3143160"/>
            <a:ext cx="2572200" cy="390960"/>
          </a:xfrm>
          <a:custGeom>
            <a:avLst/>
            <a:gdLst/>
            <a:ahLst/>
            <a:rect l="0" t="0" r="r" b="b"/>
            <a:pathLst>
              <a:path w="7145" h="1086">
                <a:moveTo>
                  <a:pt x="0" y="0"/>
                </a:moveTo>
                <a:lnTo>
                  <a:pt x="7145" y="0"/>
                </a:lnTo>
                <a:lnTo>
                  <a:pt x="714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152520" y="3143160"/>
            <a:ext cx="1895760" cy="390960"/>
          </a:xfrm>
          <a:custGeom>
            <a:avLst/>
            <a:gdLst/>
            <a:ahLst/>
            <a:rect l="0" t="0" r="r" b="b"/>
            <a:pathLst>
              <a:path w="5266" h="1086">
                <a:moveTo>
                  <a:pt x="0" y="0"/>
                </a:moveTo>
                <a:lnTo>
                  <a:pt x="5266" y="0"/>
                </a:lnTo>
                <a:lnTo>
                  <a:pt x="526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80680" y="3533760"/>
            <a:ext cx="2572200" cy="400320"/>
          </a:xfrm>
          <a:custGeom>
            <a:avLst/>
            <a:gdLst/>
            <a:ahLst/>
            <a:rect l="0" t="0" r="r" b="b"/>
            <a:pathLst>
              <a:path w="7145" h="1112">
                <a:moveTo>
                  <a:pt x="0" y="0"/>
                </a:moveTo>
                <a:lnTo>
                  <a:pt x="7145" y="0"/>
                </a:lnTo>
                <a:lnTo>
                  <a:pt x="714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152520" y="3533760"/>
            <a:ext cx="1895760" cy="400320"/>
          </a:xfrm>
          <a:custGeom>
            <a:avLst/>
            <a:gdLst/>
            <a:ahLst/>
            <a:rect l="0" t="0" r="r" b="b"/>
            <a:pathLst>
              <a:path w="5266" h="1112">
                <a:moveTo>
                  <a:pt x="0" y="0"/>
                </a:moveTo>
                <a:lnTo>
                  <a:pt x="5266" y="0"/>
                </a:lnTo>
                <a:lnTo>
                  <a:pt x="5266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0680" y="3933720"/>
            <a:ext cx="2572200" cy="390960"/>
          </a:xfrm>
          <a:custGeom>
            <a:avLst/>
            <a:gdLst/>
            <a:ahLst/>
            <a:rect l="0" t="0" r="r" b="b"/>
            <a:pathLst>
              <a:path w="7145" h="1086">
                <a:moveTo>
                  <a:pt x="0" y="0"/>
                </a:moveTo>
                <a:lnTo>
                  <a:pt x="7145" y="0"/>
                </a:lnTo>
                <a:lnTo>
                  <a:pt x="7145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3152520" y="3933720"/>
            <a:ext cx="1895760" cy="390960"/>
          </a:xfrm>
          <a:custGeom>
            <a:avLst/>
            <a:gdLst/>
            <a:ahLst/>
            <a:rect l="0" t="0" r="r" b="b"/>
            <a:pathLst>
              <a:path w="5266" h="1086">
                <a:moveTo>
                  <a:pt x="0" y="0"/>
                </a:moveTo>
                <a:lnTo>
                  <a:pt x="5266" y="0"/>
                </a:lnTo>
                <a:lnTo>
                  <a:pt x="5266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580680" y="4324320"/>
            <a:ext cx="2572200" cy="400320"/>
          </a:xfrm>
          <a:custGeom>
            <a:avLst/>
            <a:gdLst/>
            <a:ahLst/>
            <a:rect l="0" t="0" r="r" b="b"/>
            <a:pathLst>
              <a:path w="7145" h="1112">
                <a:moveTo>
                  <a:pt x="0" y="0"/>
                </a:moveTo>
                <a:lnTo>
                  <a:pt x="7145" y="0"/>
                </a:lnTo>
                <a:lnTo>
                  <a:pt x="7145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152520" y="4324320"/>
            <a:ext cx="1895760" cy="400320"/>
          </a:xfrm>
          <a:custGeom>
            <a:avLst/>
            <a:gdLst/>
            <a:ahLst/>
            <a:rect l="0" t="0" r="r" b="b"/>
            <a:pathLst>
              <a:path w="5266" h="1112">
                <a:moveTo>
                  <a:pt x="0" y="0"/>
                </a:moveTo>
                <a:lnTo>
                  <a:pt x="5266" y="0"/>
                </a:lnTo>
                <a:lnTo>
                  <a:pt x="5266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580680" y="2304720"/>
            <a:ext cx="2572200" cy="10080"/>
          </a:xfrm>
          <a:custGeom>
            <a:avLst/>
            <a:gdLst/>
            <a:ahLst/>
            <a:rect l="0" t="0" r="r" b="b"/>
            <a:pathLst>
              <a:path w="7145" h="28">
                <a:moveTo>
                  <a:pt x="0" y="0"/>
                </a:moveTo>
                <a:lnTo>
                  <a:pt x="7145" y="0"/>
                </a:lnTo>
                <a:lnTo>
                  <a:pt x="71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152520" y="230472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71320" y="2742840"/>
            <a:ext cx="2581560" cy="10080"/>
          </a:xfrm>
          <a:custGeom>
            <a:avLst/>
            <a:gdLst/>
            <a:ah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152520" y="274284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71320" y="274284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143160" y="274284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5038560" y="2742840"/>
            <a:ext cx="9720" cy="400680"/>
          </a:xfrm>
          <a:custGeom>
            <a:avLst/>
            <a:gdLst/>
            <a:ahLst/>
            <a:rect l="0" t="0" r="r" b="b"/>
            <a:pathLst>
              <a:path w="27" h="1113">
                <a:moveTo>
                  <a:pt x="0" y="0"/>
                </a:moveTo>
                <a:lnTo>
                  <a:pt x="27" y="0"/>
                </a:lnTo>
                <a:lnTo>
                  <a:pt x="27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571320" y="314316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3133440"/>
            <a:ext cx="2581560" cy="10080"/>
          </a:xfrm>
          <a:custGeom>
            <a:avLst/>
            <a:gdLst/>
            <a:ah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3143160" y="314316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3152520" y="313344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038560" y="314316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71320" y="3543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71320" y="3533760"/>
            <a:ext cx="2581560" cy="9720"/>
          </a:xfrm>
          <a:custGeom>
            <a:avLst/>
            <a:gdLst/>
            <a:ah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143160" y="3543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3152520" y="353376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038560" y="354312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71320" y="39337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71320" y="3924000"/>
            <a:ext cx="2581560" cy="10080"/>
          </a:xfrm>
          <a:custGeom>
            <a:avLst/>
            <a:gdLst/>
            <a:ah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3143160" y="39337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152520" y="392400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038560" y="3933720"/>
            <a:ext cx="9720" cy="400320"/>
          </a:xfrm>
          <a:custGeom>
            <a:avLst/>
            <a:gdLst/>
            <a:ahLst/>
            <a:rect l="0" t="0" r="r" b="b"/>
            <a:pathLst>
              <a:path w="27" h="1112">
                <a:moveTo>
                  <a:pt x="0" y="0"/>
                </a:moveTo>
                <a:lnTo>
                  <a:pt x="27" y="0"/>
                </a:lnTo>
                <a:lnTo>
                  <a:pt x="27" y="1112"/>
                </a:lnTo>
                <a:lnTo>
                  <a:pt x="0" y="111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71320" y="43336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71320" y="4324320"/>
            <a:ext cx="2581560" cy="9720"/>
          </a:xfrm>
          <a:custGeom>
            <a:avLst/>
            <a:gdLst/>
            <a:ahLst/>
            <a:rect l="0" t="0" r="r" b="b"/>
            <a:pathLst>
              <a:path w="7171" h="27">
                <a:moveTo>
                  <a:pt x="0" y="0"/>
                </a:moveTo>
                <a:lnTo>
                  <a:pt x="7171" y="0"/>
                </a:lnTo>
                <a:lnTo>
                  <a:pt x="7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3143160" y="43336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3152520" y="432432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038560" y="43336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571320" y="4714560"/>
            <a:ext cx="2581560" cy="10080"/>
          </a:xfrm>
          <a:custGeom>
            <a:avLst/>
            <a:gdLst/>
            <a:ahLst/>
            <a:rect l="0" t="0" r="r" b="b"/>
            <a:pathLst>
              <a:path w="7171" h="28">
                <a:moveTo>
                  <a:pt x="0" y="0"/>
                </a:moveTo>
                <a:lnTo>
                  <a:pt x="7171" y="0"/>
                </a:lnTo>
                <a:lnTo>
                  <a:pt x="7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152520" y="471456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571320" y="1755720"/>
            <a:ext cx="54489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SAE Feature Health (Layer 20, Full Dataset)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586160" y="2418480"/>
            <a:ext cx="5547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Metric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3864240" y="2418480"/>
            <a:ext cx="4773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Value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714240" y="2837520"/>
            <a:ext cx="1109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Total features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286800" y="2837520"/>
            <a:ext cx="555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16,384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14240" y="3228120"/>
            <a:ext cx="22287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Alive features (&gt;0.1% ﬁring)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3286800" y="3228120"/>
            <a:ext cx="1486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81.2%</a:t>
            </a:r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[80.6, 81.8]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14240" y="3628080"/>
            <a:ext cx="20124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Dead features (0% ﬁring)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3286800" y="3628080"/>
            <a:ext cx="14860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0.19%</a:t>
            </a:r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[0.13, 0.27]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714240" y="4018680"/>
            <a:ext cx="2305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L0 (active features per input)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286800" y="4018680"/>
            <a:ext cx="1624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668 (≈4.1% density)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14240" y="4418640"/>
            <a:ext cx="1670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Reconstruction MSE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286800" y="4418640"/>
            <a:ext cx="454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30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0.574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571320" y="4906440"/>
            <a:ext cx="8024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 SAE eﬃciently uses its capacity: sparse encoding with high feature utilization.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"/>
          <p:cNvPicPr/>
          <p:nvPr/>
        </p:nvPicPr>
        <p:blipFill>
          <a:blip r:embed="rId1"/>
          <a:stretch/>
        </p:blipFill>
        <p:spPr>
          <a:xfrm>
            <a:off x="2381400" y="1038240"/>
            <a:ext cx="7428960" cy="39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/>
          <p:nvPr/>
        </p:nvSpPr>
        <p:spPr>
          <a:xfrm>
            <a:off x="857160" y="52574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571320" y="488880"/>
            <a:ext cx="42832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Baselines: Why Not Just a Probe?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1053360" y="5144400"/>
            <a:ext cx="9840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Linear probe conﬁrms tool identity is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linearly encoded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(79.6% across 32 classes) -- but provides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857160" y="5972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053360" y="5468400"/>
            <a:ext cx="1519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interpretability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857160" y="6352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053360" y="5859000"/>
            <a:ext cx="6534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PCA + k-means fails entirely -- tool signal is not dominant variance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053360" y="6239880"/>
            <a:ext cx="7071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 SAE bridges this gap: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interpretable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and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causally testable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571320" y="1336680"/>
            <a:ext cx="40309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Token-Level Fuzzing Evaluation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571320" y="1915560"/>
            <a:ext cx="8109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Standard evaluation: "Does this label predict which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prompts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activate the feature?"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571320" y="2248920"/>
            <a:ext cx="7398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Our evaluation: "Does this label predict which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tokens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activate the feature?"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571320" y="2725200"/>
            <a:ext cx="955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Protocol: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809640" y="3210840"/>
            <a:ext cx="5175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Extract per-token activations across entire prompt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809640" y="3592080"/>
            <a:ext cx="4509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Highlight top-K tokens in user request span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809640" y="3982320"/>
            <a:ext cx="6789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A/B test: LLM judge picks which highlighted text matches the label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09640" y="4363560"/>
            <a:ext cx="4427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Randomized order to prevent position bias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553120" y="4888800"/>
            <a:ext cx="108360" cy="176400"/>
          </a:xfrm>
          <a:custGeom>
            <a:avLst/>
            <a:gdLst/>
            <a:ahLst/>
            <a:rect l="0" t="0" r="r" b="b"/>
            <a:pathLst>
              <a:path w="301" h="490">
                <a:moveTo>
                  <a:pt x="41" y="57"/>
                </a:moveTo>
                <a:cubicBezTo>
                  <a:pt x="68" y="19"/>
                  <a:pt x="104" y="0"/>
                  <a:pt x="150" y="0"/>
                </a:cubicBezTo>
                <a:cubicBezTo>
                  <a:pt x="173" y="0"/>
                  <a:pt x="195" y="6"/>
                  <a:pt x="218" y="18"/>
                </a:cubicBezTo>
                <a:cubicBezTo>
                  <a:pt x="242" y="31"/>
                  <a:pt x="261" y="52"/>
                  <a:pt x="275" y="84"/>
                </a:cubicBezTo>
                <a:cubicBezTo>
                  <a:pt x="292" y="123"/>
                  <a:pt x="301" y="177"/>
                  <a:pt x="301" y="246"/>
                </a:cubicBezTo>
                <a:cubicBezTo>
                  <a:pt x="301" y="319"/>
                  <a:pt x="291" y="377"/>
                  <a:pt x="270" y="416"/>
                </a:cubicBezTo>
                <a:cubicBezTo>
                  <a:pt x="261" y="436"/>
                  <a:pt x="248" y="451"/>
                  <a:pt x="230" y="463"/>
                </a:cubicBezTo>
                <a:cubicBezTo>
                  <a:pt x="214" y="475"/>
                  <a:pt x="199" y="483"/>
                  <a:pt x="187" y="485"/>
                </a:cubicBezTo>
                <a:cubicBezTo>
                  <a:pt x="175" y="488"/>
                  <a:pt x="163" y="490"/>
                  <a:pt x="151" y="490"/>
                </a:cubicBezTo>
                <a:cubicBezTo>
                  <a:pt x="138" y="490"/>
                  <a:pt x="126" y="489"/>
                  <a:pt x="114" y="486"/>
                </a:cubicBezTo>
                <a:cubicBezTo>
                  <a:pt x="101" y="483"/>
                  <a:pt x="87" y="476"/>
                  <a:pt x="70" y="463"/>
                </a:cubicBezTo>
                <a:cubicBezTo>
                  <a:pt x="54" y="451"/>
                  <a:pt x="41" y="435"/>
                  <a:pt x="31" y="416"/>
                </a:cubicBezTo>
                <a:cubicBezTo>
                  <a:pt x="11" y="377"/>
                  <a:pt x="0" y="319"/>
                  <a:pt x="0" y="246"/>
                </a:cubicBezTo>
                <a:cubicBezTo>
                  <a:pt x="0" y="163"/>
                  <a:pt x="14" y="101"/>
                  <a:pt x="41" y="57"/>
                </a:cubicBezTo>
                <a:moveTo>
                  <a:pt x="201" y="49"/>
                </a:moveTo>
                <a:cubicBezTo>
                  <a:pt x="187" y="34"/>
                  <a:pt x="170" y="26"/>
                  <a:pt x="151" y="26"/>
                </a:cubicBezTo>
                <a:cubicBezTo>
                  <a:pt x="131" y="26"/>
                  <a:pt x="114" y="34"/>
                  <a:pt x="99" y="49"/>
                </a:cubicBezTo>
                <a:cubicBezTo>
                  <a:pt x="88" y="61"/>
                  <a:pt x="80" y="78"/>
                  <a:pt x="76" y="100"/>
                </a:cubicBezTo>
                <a:cubicBezTo>
                  <a:pt x="72" y="122"/>
                  <a:pt x="70" y="167"/>
                  <a:pt x="70" y="237"/>
                </a:cubicBezTo>
                <a:cubicBezTo>
                  <a:pt x="70" y="312"/>
                  <a:pt x="72" y="362"/>
                  <a:pt x="76" y="386"/>
                </a:cubicBezTo>
                <a:cubicBezTo>
                  <a:pt x="80" y="409"/>
                  <a:pt x="88" y="428"/>
                  <a:pt x="102" y="442"/>
                </a:cubicBezTo>
                <a:cubicBezTo>
                  <a:pt x="115" y="456"/>
                  <a:pt x="131" y="463"/>
                  <a:pt x="151" y="463"/>
                </a:cubicBezTo>
                <a:cubicBezTo>
                  <a:pt x="170" y="463"/>
                  <a:pt x="186" y="456"/>
                  <a:pt x="199" y="442"/>
                </a:cubicBezTo>
                <a:cubicBezTo>
                  <a:pt x="213" y="428"/>
                  <a:pt x="221" y="408"/>
                  <a:pt x="225" y="382"/>
                </a:cubicBezTo>
                <a:cubicBezTo>
                  <a:pt x="228" y="356"/>
                  <a:pt x="230" y="307"/>
                  <a:pt x="230" y="237"/>
                </a:cubicBezTo>
                <a:cubicBezTo>
                  <a:pt x="230" y="168"/>
                  <a:pt x="228" y="123"/>
                  <a:pt x="225" y="101"/>
                </a:cubicBezTo>
                <a:cubicBezTo>
                  <a:pt x="221" y="79"/>
                  <a:pt x="213" y="62"/>
                  <a:pt x="201" y="4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691360" y="502848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3"/>
                  <a:pt x="4" y="23"/>
                  <a:pt x="12" y="13"/>
                </a:cubicBezTo>
                <a:cubicBezTo>
                  <a:pt x="20" y="5"/>
                  <a:pt x="30" y="0"/>
                  <a:pt x="43" y="0"/>
                </a:cubicBezTo>
                <a:cubicBezTo>
                  <a:pt x="55" y="0"/>
                  <a:pt x="65" y="4"/>
                  <a:pt x="74" y="12"/>
                </a:cubicBezTo>
                <a:cubicBezTo>
                  <a:pt x="82" y="20"/>
                  <a:pt x="87" y="30"/>
                  <a:pt x="87" y="43"/>
                </a:cubicBezTo>
                <a:cubicBezTo>
                  <a:pt x="87" y="55"/>
                  <a:pt x="83" y="65"/>
                  <a:pt x="75" y="74"/>
                </a:cubicBezTo>
                <a:cubicBezTo>
                  <a:pt x="67" y="82"/>
                  <a:pt x="57" y="87"/>
                  <a:pt x="43" y="87"/>
                </a:cubicBezTo>
                <a:cubicBezTo>
                  <a:pt x="31" y="87"/>
                  <a:pt x="21" y="83"/>
                  <a:pt x="13" y="75"/>
                </a:cubicBezTo>
                <a:cubicBezTo>
                  <a:pt x="5" y="67"/>
                  <a:pt x="1" y="56"/>
                  <a:pt x="0" y="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756880" y="4886280"/>
            <a:ext cx="110520" cy="178920"/>
          </a:xfrm>
          <a:custGeom>
            <a:avLst/>
            <a:gdLst/>
            <a:ahLst/>
            <a:rect l="0" t="0" r="r" b="b"/>
            <a:pathLst>
              <a:path w="307" h="497">
                <a:moveTo>
                  <a:pt x="0" y="156"/>
                </a:moveTo>
                <a:cubicBezTo>
                  <a:pt x="0" y="155"/>
                  <a:pt x="4" y="129"/>
                  <a:pt x="12" y="78"/>
                </a:cubicBezTo>
                <a:lnTo>
                  <a:pt x="23" y="1"/>
                </a:lnTo>
                <a:cubicBezTo>
                  <a:pt x="23" y="0"/>
                  <a:pt x="28" y="0"/>
                  <a:pt x="37" y="0"/>
                </a:cubicBezTo>
                <a:lnTo>
                  <a:pt x="51" y="0"/>
                </a:lnTo>
                <a:lnTo>
                  <a:pt x="51" y="2"/>
                </a:lnTo>
                <a:cubicBezTo>
                  <a:pt x="51" y="7"/>
                  <a:pt x="55" y="11"/>
                  <a:pt x="62" y="15"/>
                </a:cubicBezTo>
                <a:cubicBezTo>
                  <a:pt x="69" y="18"/>
                  <a:pt x="82" y="20"/>
                  <a:pt x="99" y="21"/>
                </a:cubicBezTo>
                <a:cubicBezTo>
                  <a:pt x="117" y="22"/>
                  <a:pt x="158" y="22"/>
                  <a:pt x="220" y="22"/>
                </a:cubicBezTo>
                <a:lnTo>
                  <a:pt x="307" y="22"/>
                </a:lnTo>
                <a:lnTo>
                  <a:pt x="307" y="50"/>
                </a:lnTo>
                <a:lnTo>
                  <a:pt x="258" y="117"/>
                </a:lnTo>
                <a:cubicBezTo>
                  <a:pt x="254" y="123"/>
                  <a:pt x="247" y="133"/>
                  <a:pt x="237" y="146"/>
                </a:cubicBezTo>
                <a:cubicBezTo>
                  <a:pt x="227" y="159"/>
                  <a:pt x="220" y="168"/>
                  <a:pt x="218" y="172"/>
                </a:cubicBezTo>
                <a:cubicBezTo>
                  <a:pt x="215" y="176"/>
                  <a:pt x="210" y="184"/>
                  <a:pt x="203" y="195"/>
                </a:cubicBezTo>
                <a:cubicBezTo>
                  <a:pt x="196" y="206"/>
                  <a:pt x="191" y="214"/>
                  <a:pt x="188" y="221"/>
                </a:cubicBezTo>
                <a:cubicBezTo>
                  <a:pt x="186" y="227"/>
                  <a:pt x="183" y="235"/>
                  <a:pt x="178" y="247"/>
                </a:cubicBezTo>
                <a:cubicBezTo>
                  <a:pt x="174" y="258"/>
                  <a:pt x="171" y="269"/>
                  <a:pt x="169" y="280"/>
                </a:cubicBezTo>
                <a:cubicBezTo>
                  <a:pt x="167" y="290"/>
                  <a:pt x="165" y="303"/>
                  <a:pt x="163" y="318"/>
                </a:cubicBezTo>
                <a:cubicBezTo>
                  <a:pt x="162" y="333"/>
                  <a:pt x="160" y="349"/>
                  <a:pt x="159" y="366"/>
                </a:cubicBezTo>
                <a:cubicBezTo>
                  <a:pt x="158" y="383"/>
                  <a:pt x="158" y="403"/>
                  <a:pt x="157" y="425"/>
                </a:cubicBezTo>
                <a:cubicBezTo>
                  <a:pt x="157" y="431"/>
                  <a:pt x="157" y="438"/>
                  <a:pt x="157" y="445"/>
                </a:cubicBezTo>
                <a:cubicBezTo>
                  <a:pt x="157" y="451"/>
                  <a:pt x="157" y="457"/>
                  <a:pt x="156" y="462"/>
                </a:cubicBezTo>
                <a:lnTo>
                  <a:pt x="156" y="468"/>
                </a:lnTo>
                <a:cubicBezTo>
                  <a:pt x="154" y="476"/>
                  <a:pt x="150" y="483"/>
                  <a:pt x="143" y="489"/>
                </a:cubicBezTo>
                <a:cubicBezTo>
                  <a:pt x="136" y="494"/>
                  <a:pt x="128" y="497"/>
                  <a:pt x="118" y="497"/>
                </a:cubicBezTo>
                <a:cubicBezTo>
                  <a:pt x="112" y="497"/>
                  <a:pt x="107" y="497"/>
                  <a:pt x="103" y="495"/>
                </a:cubicBezTo>
                <a:cubicBezTo>
                  <a:pt x="98" y="494"/>
                  <a:pt x="93" y="489"/>
                  <a:pt x="88" y="482"/>
                </a:cubicBezTo>
                <a:cubicBezTo>
                  <a:pt x="83" y="474"/>
                  <a:pt x="80" y="465"/>
                  <a:pt x="80" y="453"/>
                </a:cubicBezTo>
                <a:cubicBezTo>
                  <a:pt x="80" y="378"/>
                  <a:pt x="103" y="300"/>
                  <a:pt x="150" y="220"/>
                </a:cubicBezTo>
                <a:cubicBezTo>
                  <a:pt x="159" y="205"/>
                  <a:pt x="179" y="176"/>
                  <a:pt x="210" y="134"/>
                </a:cubicBezTo>
                <a:lnTo>
                  <a:pt x="242" y="89"/>
                </a:lnTo>
                <a:lnTo>
                  <a:pt x="176" y="89"/>
                </a:lnTo>
                <a:cubicBezTo>
                  <a:pt x="93" y="89"/>
                  <a:pt x="49" y="90"/>
                  <a:pt x="45" y="93"/>
                </a:cubicBezTo>
                <a:cubicBezTo>
                  <a:pt x="42" y="95"/>
                  <a:pt x="40" y="100"/>
                  <a:pt x="37" y="110"/>
                </a:cubicBezTo>
                <a:cubicBezTo>
                  <a:pt x="35" y="120"/>
                  <a:pt x="32" y="130"/>
                  <a:pt x="30" y="141"/>
                </a:cubicBezTo>
                <a:lnTo>
                  <a:pt x="28" y="156"/>
                </a:lnTo>
                <a:lnTo>
                  <a:pt x="28" y="158"/>
                </a:lnTo>
                <a:lnTo>
                  <a:pt x="0" y="158"/>
                </a:lnTo>
                <a:lnTo>
                  <a:pt x="0" y="156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947680" y="4979880"/>
            <a:ext cx="31320" cy="30960"/>
          </a:xfrm>
          <a:custGeom>
            <a:avLst/>
            <a:gdLst/>
            <a:ahLst/>
            <a:rect l="0" t="0" r="r" b="b"/>
            <a:pathLst>
              <a:path w="87" h="86">
                <a:moveTo>
                  <a:pt x="0" y="43"/>
                </a:moveTo>
                <a:cubicBezTo>
                  <a:pt x="0" y="31"/>
                  <a:pt x="4" y="21"/>
                  <a:pt x="12" y="13"/>
                </a:cubicBezTo>
                <a:cubicBezTo>
                  <a:pt x="20" y="4"/>
                  <a:pt x="31" y="0"/>
                  <a:pt x="44" y="0"/>
                </a:cubicBezTo>
                <a:cubicBezTo>
                  <a:pt x="55" y="0"/>
                  <a:pt x="65" y="4"/>
                  <a:pt x="73" y="11"/>
                </a:cubicBezTo>
                <a:cubicBezTo>
                  <a:pt x="82" y="19"/>
                  <a:pt x="86" y="29"/>
                  <a:pt x="87" y="42"/>
                </a:cubicBezTo>
                <a:cubicBezTo>
                  <a:pt x="87" y="54"/>
                  <a:pt x="83" y="64"/>
                  <a:pt x="75" y="74"/>
                </a:cubicBezTo>
                <a:cubicBezTo>
                  <a:pt x="67" y="82"/>
                  <a:pt x="57" y="86"/>
                  <a:pt x="44" y="86"/>
                </a:cubicBezTo>
                <a:cubicBezTo>
                  <a:pt x="32" y="86"/>
                  <a:pt x="21" y="82"/>
                  <a:pt x="13" y="74"/>
                </a:cubicBezTo>
                <a:cubicBezTo>
                  <a:pt x="5" y="66"/>
                  <a:pt x="0" y="55"/>
                  <a:pt x="0" y="4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064320" y="4944600"/>
            <a:ext cx="118080" cy="118080"/>
          </a:xfrm>
          <a:custGeom>
            <a:avLst/>
            <a:gdLst/>
            <a:ahLst/>
            <a:rect l="0" t="0" r="r" b="b"/>
            <a:pathLst>
              <a:path w="328" h="328">
                <a:moveTo>
                  <a:pt x="74" y="102"/>
                </a:moveTo>
                <a:cubicBezTo>
                  <a:pt x="74" y="102"/>
                  <a:pt x="69" y="102"/>
                  <a:pt x="58" y="102"/>
                </a:cubicBezTo>
                <a:cubicBezTo>
                  <a:pt x="48" y="102"/>
                  <a:pt x="39" y="98"/>
                  <a:pt x="32" y="91"/>
                </a:cubicBezTo>
                <a:cubicBezTo>
                  <a:pt x="25" y="84"/>
                  <a:pt x="21" y="75"/>
                  <a:pt x="21" y="63"/>
                </a:cubicBezTo>
                <a:cubicBezTo>
                  <a:pt x="21" y="47"/>
                  <a:pt x="29" y="32"/>
                  <a:pt x="45" y="19"/>
                </a:cubicBezTo>
                <a:cubicBezTo>
                  <a:pt x="61" y="6"/>
                  <a:pt x="90" y="0"/>
                  <a:pt x="132" y="0"/>
                </a:cubicBezTo>
                <a:cubicBezTo>
                  <a:pt x="167" y="0"/>
                  <a:pt x="195" y="7"/>
                  <a:pt x="216" y="23"/>
                </a:cubicBezTo>
                <a:cubicBezTo>
                  <a:pt x="238" y="38"/>
                  <a:pt x="252" y="56"/>
                  <a:pt x="259" y="77"/>
                </a:cubicBezTo>
                <a:cubicBezTo>
                  <a:pt x="261" y="83"/>
                  <a:pt x="263" y="91"/>
                  <a:pt x="263" y="99"/>
                </a:cubicBezTo>
                <a:cubicBezTo>
                  <a:pt x="263" y="107"/>
                  <a:pt x="263" y="135"/>
                  <a:pt x="263" y="182"/>
                </a:cubicBezTo>
                <a:lnTo>
                  <a:pt x="263" y="231"/>
                </a:lnTo>
                <a:cubicBezTo>
                  <a:pt x="263" y="254"/>
                  <a:pt x="265" y="270"/>
                  <a:pt x="267" y="278"/>
                </a:cubicBezTo>
                <a:cubicBezTo>
                  <a:pt x="269" y="287"/>
                  <a:pt x="274" y="291"/>
                  <a:pt x="282" y="291"/>
                </a:cubicBezTo>
                <a:cubicBezTo>
                  <a:pt x="289" y="291"/>
                  <a:pt x="294" y="287"/>
                  <a:pt x="296" y="280"/>
                </a:cubicBezTo>
                <a:cubicBezTo>
                  <a:pt x="298" y="272"/>
                  <a:pt x="300" y="260"/>
                  <a:pt x="300" y="242"/>
                </a:cubicBezTo>
                <a:lnTo>
                  <a:pt x="300" y="216"/>
                </a:lnTo>
                <a:lnTo>
                  <a:pt x="328" y="216"/>
                </a:lnTo>
                <a:lnTo>
                  <a:pt x="328" y="244"/>
                </a:lnTo>
                <a:cubicBezTo>
                  <a:pt x="328" y="263"/>
                  <a:pt x="327" y="274"/>
                  <a:pt x="326" y="278"/>
                </a:cubicBezTo>
                <a:cubicBezTo>
                  <a:pt x="322" y="292"/>
                  <a:pt x="313" y="303"/>
                  <a:pt x="301" y="311"/>
                </a:cubicBezTo>
                <a:cubicBezTo>
                  <a:pt x="289" y="319"/>
                  <a:pt x="276" y="323"/>
                  <a:pt x="262" y="324"/>
                </a:cubicBezTo>
                <a:cubicBezTo>
                  <a:pt x="248" y="324"/>
                  <a:pt x="237" y="320"/>
                  <a:pt x="228" y="311"/>
                </a:cubicBezTo>
                <a:cubicBezTo>
                  <a:pt x="220" y="302"/>
                  <a:pt x="214" y="292"/>
                  <a:pt x="211" y="281"/>
                </a:cubicBezTo>
                <a:lnTo>
                  <a:pt x="211" y="278"/>
                </a:lnTo>
                <a:lnTo>
                  <a:pt x="210" y="281"/>
                </a:lnTo>
                <a:cubicBezTo>
                  <a:pt x="209" y="282"/>
                  <a:pt x="208" y="283"/>
                  <a:pt x="206" y="285"/>
                </a:cubicBezTo>
                <a:cubicBezTo>
                  <a:pt x="205" y="286"/>
                  <a:pt x="203" y="288"/>
                  <a:pt x="201" y="291"/>
                </a:cubicBezTo>
                <a:cubicBezTo>
                  <a:pt x="198" y="294"/>
                  <a:pt x="196" y="297"/>
                  <a:pt x="192" y="299"/>
                </a:cubicBezTo>
                <a:cubicBezTo>
                  <a:pt x="189" y="301"/>
                  <a:pt x="185" y="304"/>
                  <a:pt x="182" y="308"/>
                </a:cubicBezTo>
                <a:cubicBezTo>
                  <a:pt x="178" y="311"/>
                  <a:pt x="173" y="314"/>
                  <a:pt x="169" y="315"/>
                </a:cubicBezTo>
                <a:cubicBezTo>
                  <a:pt x="164" y="317"/>
                  <a:pt x="159" y="319"/>
                  <a:pt x="153" y="321"/>
                </a:cubicBezTo>
                <a:cubicBezTo>
                  <a:pt x="147" y="323"/>
                  <a:pt x="141" y="324"/>
                  <a:pt x="135" y="325"/>
                </a:cubicBezTo>
                <a:cubicBezTo>
                  <a:pt x="128" y="326"/>
                  <a:pt x="120" y="327"/>
                  <a:pt x="111" y="328"/>
                </a:cubicBezTo>
                <a:cubicBezTo>
                  <a:pt x="83" y="328"/>
                  <a:pt x="57" y="320"/>
                  <a:pt x="35" y="305"/>
                </a:cubicBezTo>
                <a:cubicBezTo>
                  <a:pt x="12" y="291"/>
                  <a:pt x="0" y="270"/>
                  <a:pt x="0" y="244"/>
                </a:cubicBezTo>
                <a:cubicBezTo>
                  <a:pt x="0" y="234"/>
                  <a:pt x="2" y="224"/>
                  <a:pt x="5" y="215"/>
                </a:cubicBezTo>
                <a:cubicBezTo>
                  <a:pt x="9" y="206"/>
                  <a:pt x="15" y="196"/>
                  <a:pt x="25" y="186"/>
                </a:cubicBezTo>
                <a:cubicBezTo>
                  <a:pt x="34" y="175"/>
                  <a:pt x="46" y="167"/>
                  <a:pt x="59" y="160"/>
                </a:cubicBezTo>
                <a:cubicBezTo>
                  <a:pt x="72" y="152"/>
                  <a:pt x="91" y="146"/>
                  <a:pt x="114" y="140"/>
                </a:cubicBezTo>
                <a:cubicBezTo>
                  <a:pt x="139" y="133"/>
                  <a:pt x="165" y="130"/>
                  <a:pt x="194" y="129"/>
                </a:cubicBezTo>
                <a:lnTo>
                  <a:pt x="204" y="129"/>
                </a:lnTo>
                <a:lnTo>
                  <a:pt x="204" y="112"/>
                </a:lnTo>
                <a:cubicBezTo>
                  <a:pt x="204" y="96"/>
                  <a:pt x="202" y="84"/>
                  <a:pt x="199" y="77"/>
                </a:cubicBezTo>
                <a:cubicBezTo>
                  <a:pt x="189" y="43"/>
                  <a:pt x="166" y="26"/>
                  <a:pt x="130" y="26"/>
                </a:cubicBezTo>
                <a:cubicBezTo>
                  <a:pt x="121" y="26"/>
                  <a:pt x="113" y="26"/>
                  <a:pt x="105" y="27"/>
                </a:cubicBezTo>
                <a:cubicBezTo>
                  <a:pt x="97" y="27"/>
                  <a:pt x="92" y="28"/>
                  <a:pt x="87" y="30"/>
                </a:cubicBezTo>
                <a:cubicBezTo>
                  <a:pt x="83" y="31"/>
                  <a:pt x="81" y="32"/>
                  <a:pt x="82" y="32"/>
                </a:cubicBezTo>
                <a:cubicBezTo>
                  <a:pt x="92" y="39"/>
                  <a:pt x="97" y="49"/>
                  <a:pt x="97" y="63"/>
                </a:cubicBezTo>
                <a:cubicBezTo>
                  <a:pt x="97" y="75"/>
                  <a:pt x="93" y="84"/>
                  <a:pt x="86" y="91"/>
                </a:cubicBezTo>
                <a:lnTo>
                  <a:pt x="74" y="102"/>
                </a:lnTo>
                <a:moveTo>
                  <a:pt x="66" y="244"/>
                </a:moveTo>
                <a:cubicBezTo>
                  <a:pt x="66" y="259"/>
                  <a:pt x="72" y="272"/>
                  <a:pt x="83" y="283"/>
                </a:cubicBezTo>
                <a:cubicBezTo>
                  <a:pt x="94" y="295"/>
                  <a:pt x="108" y="301"/>
                  <a:pt x="125" y="301"/>
                </a:cubicBezTo>
                <a:cubicBezTo>
                  <a:pt x="144" y="301"/>
                  <a:pt x="160" y="296"/>
                  <a:pt x="174" y="285"/>
                </a:cubicBezTo>
                <a:cubicBezTo>
                  <a:pt x="187" y="274"/>
                  <a:pt x="197" y="260"/>
                  <a:pt x="201" y="242"/>
                </a:cubicBezTo>
                <a:cubicBezTo>
                  <a:pt x="202" y="239"/>
                  <a:pt x="203" y="223"/>
                  <a:pt x="204" y="195"/>
                </a:cubicBezTo>
                <a:cubicBezTo>
                  <a:pt x="204" y="168"/>
                  <a:pt x="203" y="154"/>
                  <a:pt x="203" y="154"/>
                </a:cubicBezTo>
                <a:cubicBezTo>
                  <a:pt x="199" y="154"/>
                  <a:pt x="194" y="154"/>
                  <a:pt x="188" y="155"/>
                </a:cubicBezTo>
                <a:cubicBezTo>
                  <a:pt x="182" y="155"/>
                  <a:pt x="171" y="157"/>
                  <a:pt x="156" y="161"/>
                </a:cubicBezTo>
                <a:cubicBezTo>
                  <a:pt x="141" y="165"/>
                  <a:pt x="126" y="170"/>
                  <a:pt x="114" y="175"/>
                </a:cubicBezTo>
                <a:cubicBezTo>
                  <a:pt x="101" y="181"/>
                  <a:pt x="90" y="190"/>
                  <a:pt x="81" y="202"/>
                </a:cubicBezTo>
                <a:cubicBezTo>
                  <a:pt x="71" y="213"/>
                  <a:pt x="66" y="228"/>
                  <a:pt x="66" y="2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3192480" y="4944600"/>
            <a:ext cx="97920" cy="118080"/>
          </a:xfrm>
          <a:custGeom>
            <a:avLst/>
            <a:gdLst/>
            <a:ahLst/>
            <a:rect l="0" t="0" r="r" b="b"/>
            <a:pathLst>
              <a:path w="272" h="328">
                <a:moveTo>
                  <a:pt x="240" y="102"/>
                </a:moveTo>
                <a:cubicBezTo>
                  <a:pt x="240" y="102"/>
                  <a:pt x="235" y="102"/>
                  <a:pt x="225" y="102"/>
                </a:cubicBezTo>
                <a:cubicBezTo>
                  <a:pt x="215" y="102"/>
                  <a:pt x="206" y="98"/>
                  <a:pt x="199" y="91"/>
                </a:cubicBezTo>
                <a:cubicBezTo>
                  <a:pt x="192" y="84"/>
                  <a:pt x="188" y="75"/>
                  <a:pt x="187" y="64"/>
                </a:cubicBezTo>
                <a:cubicBezTo>
                  <a:pt x="187" y="53"/>
                  <a:pt x="191" y="44"/>
                  <a:pt x="198" y="37"/>
                </a:cubicBezTo>
                <a:cubicBezTo>
                  <a:pt x="200" y="35"/>
                  <a:pt x="202" y="33"/>
                  <a:pt x="202" y="33"/>
                </a:cubicBezTo>
                <a:cubicBezTo>
                  <a:pt x="202" y="32"/>
                  <a:pt x="199" y="32"/>
                  <a:pt x="195" y="31"/>
                </a:cubicBezTo>
                <a:cubicBezTo>
                  <a:pt x="182" y="29"/>
                  <a:pt x="171" y="28"/>
                  <a:pt x="160" y="28"/>
                </a:cubicBezTo>
                <a:cubicBezTo>
                  <a:pt x="136" y="28"/>
                  <a:pt x="117" y="36"/>
                  <a:pt x="103" y="51"/>
                </a:cubicBezTo>
                <a:cubicBezTo>
                  <a:pt x="80" y="73"/>
                  <a:pt x="69" y="111"/>
                  <a:pt x="69" y="164"/>
                </a:cubicBezTo>
                <a:cubicBezTo>
                  <a:pt x="69" y="203"/>
                  <a:pt x="77" y="233"/>
                  <a:pt x="91" y="256"/>
                </a:cubicBezTo>
                <a:cubicBezTo>
                  <a:pt x="111" y="285"/>
                  <a:pt x="137" y="299"/>
                  <a:pt x="170" y="299"/>
                </a:cubicBezTo>
                <a:cubicBezTo>
                  <a:pt x="189" y="299"/>
                  <a:pt x="205" y="293"/>
                  <a:pt x="218" y="281"/>
                </a:cubicBezTo>
                <a:cubicBezTo>
                  <a:pt x="229" y="268"/>
                  <a:pt x="238" y="254"/>
                  <a:pt x="243" y="236"/>
                </a:cubicBezTo>
                <a:cubicBezTo>
                  <a:pt x="244" y="233"/>
                  <a:pt x="245" y="230"/>
                  <a:pt x="247" y="229"/>
                </a:cubicBezTo>
                <a:cubicBezTo>
                  <a:pt x="248" y="228"/>
                  <a:pt x="252" y="228"/>
                  <a:pt x="258" y="228"/>
                </a:cubicBezTo>
                <a:lnTo>
                  <a:pt x="268" y="228"/>
                </a:lnTo>
                <a:cubicBezTo>
                  <a:pt x="271" y="231"/>
                  <a:pt x="272" y="233"/>
                  <a:pt x="272" y="234"/>
                </a:cubicBezTo>
                <a:cubicBezTo>
                  <a:pt x="272" y="236"/>
                  <a:pt x="271" y="240"/>
                  <a:pt x="270" y="246"/>
                </a:cubicBezTo>
                <a:cubicBezTo>
                  <a:pt x="268" y="251"/>
                  <a:pt x="264" y="259"/>
                  <a:pt x="258" y="269"/>
                </a:cubicBezTo>
                <a:cubicBezTo>
                  <a:pt x="252" y="279"/>
                  <a:pt x="246" y="288"/>
                  <a:pt x="238" y="296"/>
                </a:cubicBezTo>
                <a:cubicBezTo>
                  <a:pt x="229" y="304"/>
                  <a:pt x="218" y="312"/>
                  <a:pt x="202" y="318"/>
                </a:cubicBezTo>
                <a:cubicBezTo>
                  <a:pt x="188" y="325"/>
                  <a:pt x="171" y="328"/>
                  <a:pt x="153" y="328"/>
                </a:cubicBezTo>
                <a:cubicBezTo>
                  <a:pt x="112" y="328"/>
                  <a:pt x="77" y="312"/>
                  <a:pt x="47" y="282"/>
                </a:cubicBezTo>
                <a:cubicBezTo>
                  <a:pt x="16" y="252"/>
                  <a:pt x="1" y="213"/>
                  <a:pt x="0" y="167"/>
                </a:cubicBezTo>
                <a:cubicBezTo>
                  <a:pt x="0" y="117"/>
                  <a:pt x="16" y="77"/>
                  <a:pt x="47" y="46"/>
                </a:cubicBezTo>
                <a:cubicBezTo>
                  <a:pt x="77" y="15"/>
                  <a:pt x="113" y="0"/>
                  <a:pt x="154" y="0"/>
                </a:cubicBezTo>
                <a:cubicBezTo>
                  <a:pt x="195" y="0"/>
                  <a:pt x="224" y="6"/>
                  <a:pt x="240" y="19"/>
                </a:cubicBezTo>
                <a:cubicBezTo>
                  <a:pt x="257" y="32"/>
                  <a:pt x="265" y="47"/>
                  <a:pt x="265" y="65"/>
                </a:cubicBezTo>
                <a:cubicBezTo>
                  <a:pt x="265" y="76"/>
                  <a:pt x="261" y="84"/>
                  <a:pt x="252" y="91"/>
                </a:cubicBezTo>
                <a:lnTo>
                  <a:pt x="240" y="10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3306240" y="4944600"/>
            <a:ext cx="97920" cy="118080"/>
          </a:xfrm>
          <a:custGeom>
            <a:avLst/>
            <a:gdLst/>
            <a:ahLst/>
            <a:rect l="0" t="0" r="r" b="b"/>
            <a:pathLst>
              <a:path w="272" h="328">
                <a:moveTo>
                  <a:pt x="240" y="102"/>
                </a:moveTo>
                <a:cubicBezTo>
                  <a:pt x="240" y="102"/>
                  <a:pt x="235" y="102"/>
                  <a:pt x="225" y="102"/>
                </a:cubicBezTo>
                <a:cubicBezTo>
                  <a:pt x="215" y="102"/>
                  <a:pt x="207" y="98"/>
                  <a:pt x="200" y="91"/>
                </a:cubicBezTo>
                <a:cubicBezTo>
                  <a:pt x="193" y="84"/>
                  <a:pt x="189" y="75"/>
                  <a:pt x="188" y="64"/>
                </a:cubicBezTo>
                <a:cubicBezTo>
                  <a:pt x="188" y="53"/>
                  <a:pt x="192" y="44"/>
                  <a:pt x="199" y="37"/>
                </a:cubicBezTo>
                <a:cubicBezTo>
                  <a:pt x="201" y="35"/>
                  <a:pt x="203" y="33"/>
                  <a:pt x="203" y="33"/>
                </a:cubicBezTo>
                <a:cubicBezTo>
                  <a:pt x="203" y="32"/>
                  <a:pt x="200" y="32"/>
                  <a:pt x="196" y="31"/>
                </a:cubicBezTo>
                <a:cubicBezTo>
                  <a:pt x="183" y="29"/>
                  <a:pt x="172" y="28"/>
                  <a:pt x="160" y="28"/>
                </a:cubicBezTo>
                <a:cubicBezTo>
                  <a:pt x="136" y="28"/>
                  <a:pt x="117" y="36"/>
                  <a:pt x="103" y="51"/>
                </a:cubicBezTo>
                <a:cubicBezTo>
                  <a:pt x="80" y="73"/>
                  <a:pt x="69" y="111"/>
                  <a:pt x="69" y="164"/>
                </a:cubicBezTo>
                <a:cubicBezTo>
                  <a:pt x="69" y="203"/>
                  <a:pt x="77" y="233"/>
                  <a:pt x="91" y="256"/>
                </a:cubicBezTo>
                <a:cubicBezTo>
                  <a:pt x="111" y="285"/>
                  <a:pt x="137" y="299"/>
                  <a:pt x="171" y="299"/>
                </a:cubicBezTo>
                <a:cubicBezTo>
                  <a:pt x="190" y="299"/>
                  <a:pt x="206" y="293"/>
                  <a:pt x="218" y="281"/>
                </a:cubicBezTo>
                <a:cubicBezTo>
                  <a:pt x="229" y="268"/>
                  <a:pt x="238" y="254"/>
                  <a:pt x="243" y="236"/>
                </a:cubicBezTo>
                <a:cubicBezTo>
                  <a:pt x="244" y="233"/>
                  <a:pt x="245" y="230"/>
                  <a:pt x="247" y="229"/>
                </a:cubicBezTo>
                <a:cubicBezTo>
                  <a:pt x="248" y="228"/>
                  <a:pt x="252" y="228"/>
                  <a:pt x="258" y="228"/>
                </a:cubicBezTo>
                <a:lnTo>
                  <a:pt x="268" y="228"/>
                </a:lnTo>
                <a:cubicBezTo>
                  <a:pt x="271" y="231"/>
                  <a:pt x="272" y="233"/>
                  <a:pt x="272" y="234"/>
                </a:cubicBezTo>
                <a:cubicBezTo>
                  <a:pt x="272" y="236"/>
                  <a:pt x="271" y="240"/>
                  <a:pt x="270" y="246"/>
                </a:cubicBezTo>
                <a:cubicBezTo>
                  <a:pt x="268" y="251"/>
                  <a:pt x="264" y="259"/>
                  <a:pt x="258" y="269"/>
                </a:cubicBezTo>
                <a:cubicBezTo>
                  <a:pt x="252" y="279"/>
                  <a:pt x="246" y="288"/>
                  <a:pt x="237" y="296"/>
                </a:cubicBezTo>
                <a:cubicBezTo>
                  <a:pt x="229" y="304"/>
                  <a:pt x="218" y="312"/>
                  <a:pt x="203" y="318"/>
                </a:cubicBezTo>
                <a:cubicBezTo>
                  <a:pt x="189" y="325"/>
                  <a:pt x="172" y="328"/>
                  <a:pt x="153" y="328"/>
                </a:cubicBezTo>
                <a:cubicBezTo>
                  <a:pt x="112" y="328"/>
                  <a:pt x="77" y="312"/>
                  <a:pt x="46" y="282"/>
                </a:cubicBezTo>
                <a:cubicBezTo>
                  <a:pt x="16" y="252"/>
                  <a:pt x="1" y="213"/>
                  <a:pt x="0" y="167"/>
                </a:cubicBezTo>
                <a:cubicBezTo>
                  <a:pt x="0" y="117"/>
                  <a:pt x="16" y="77"/>
                  <a:pt x="46" y="46"/>
                </a:cubicBezTo>
                <a:cubicBezTo>
                  <a:pt x="77" y="15"/>
                  <a:pt x="113" y="0"/>
                  <a:pt x="154" y="0"/>
                </a:cubicBezTo>
                <a:cubicBezTo>
                  <a:pt x="196" y="0"/>
                  <a:pt x="224" y="6"/>
                  <a:pt x="240" y="19"/>
                </a:cubicBezTo>
                <a:cubicBezTo>
                  <a:pt x="256" y="32"/>
                  <a:pt x="265" y="47"/>
                  <a:pt x="265" y="65"/>
                </a:cubicBezTo>
                <a:cubicBezTo>
                  <a:pt x="265" y="76"/>
                  <a:pt x="261" y="84"/>
                  <a:pt x="252" y="91"/>
                </a:cubicBezTo>
                <a:lnTo>
                  <a:pt x="240" y="10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3423240" y="4986360"/>
            <a:ext cx="57240" cy="113400"/>
          </a:xfrm>
          <a:custGeom>
            <a:avLst/>
            <a:gdLst/>
            <a:ahLst/>
            <a:rect l="0" t="0" r="r" b="b"/>
            <a:pathLst>
              <a:path w="159" h="315">
                <a:moveTo>
                  <a:pt x="4" y="97"/>
                </a:moveTo>
                <a:cubicBezTo>
                  <a:pt x="22" y="96"/>
                  <a:pt x="36" y="86"/>
                  <a:pt x="45" y="69"/>
                </a:cubicBezTo>
                <a:cubicBezTo>
                  <a:pt x="56" y="51"/>
                  <a:pt x="61" y="31"/>
                  <a:pt x="62" y="8"/>
                </a:cubicBezTo>
                <a:lnTo>
                  <a:pt x="62" y="0"/>
                </a:lnTo>
                <a:lnTo>
                  <a:pt x="83" y="0"/>
                </a:lnTo>
                <a:lnTo>
                  <a:pt x="83" y="93"/>
                </a:lnTo>
                <a:lnTo>
                  <a:pt x="150" y="93"/>
                </a:lnTo>
                <a:lnTo>
                  <a:pt x="150" y="116"/>
                </a:lnTo>
                <a:lnTo>
                  <a:pt x="83" y="116"/>
                </a:lnTo>
                <a:lnTo>
                  <a:pt x="83" y="189"/>
                </a:lnTo>
                <a:cubicBezTo>
                  <a:pt x="83" y="231"/>
                  <a:pt x="83" y="255"/>
                  <a:pt x="83" y="260"/>
                </a:cubicBezTo>
                <a:cubicBezTo>
                  <a:pt x="83" y="265"/>
                  <a:pt x="84" y="271"/>
                  <a:pt x="87" y="276"/>
                </a:cubicBezTo>
                <a:cubicBezTo>
                  <a:pt x="91" y="289"/>
                  <a:pt x="99" y="296"/>
                  <a:pt x="111" y="296"/>
                </a:cubicBezTo>
                <a:cubicBezTo>
                  <a:pt x="126" y="296"/>
                  <a:pt x="135" y="284"/>
                  <a:pt x="138" y="260"/>
                </a:cubicBezTo>
                <a:cubicBezTo>
                  <a:pt x="139" y="257"/>
                  <a:pt x="139" y="250"/>
                  <a:pt x="139" y="237"/>
                </a:cubicBezTo>
                <a:lnTo>
                  <a:pt x="139" y="219"/>
                </a:lnTo>
                <a:lnTo>
                  <a:pt x="159" y="219"/>
                </a:lnTo>
                <a:lnTo>
                  <a:pt x="159" y="237"/>
                </a:lnTo>
                <a:lnTo>
                  <a:pt x="159" y="243"/>
                </a:lnTo>
                <a:cubicBezTo>
                  <a:pt x="159" y="269"/>
                  <a:pt x="152" y="288"/>
                  <a:pt x="138" y="302"/>
                </a:cubicBezTo>
                <a:cubicBezTo>
                  <a:pt x="129" y="311"/>
                  <a:pt x="117" y="315"/>
                  <a:pt x="103" y="315"/>
                </a:cubicBezTo>
                <a:cubicBezTo>
                  <a:pt x="91" y="315"/>
                  <a:pt x="81" y="313"/>
                  <a:pt x="73" y="309"/>
                </a:cubicBezTo>
                <a:cubicBezTo>
                  <a:pt x="65" y="305"/>
                  <a:pt x="58" y="300"/>
                  <a:pt x="54" y="294"/>
                </a:cubicBezTo>
                <a:cubicBezTo>
                  <a:pt x="49" y="287"/>
                  <a:pt x="45" y="282"/>
                  <a:pt x="43" y="276"/>
                </a:cubicBezTo>
                <a:cubicBezTo>
                  <a:pt x="41" y="271"/>
                  <a:pt x="40" y="265"/>
                  <a:pt x="40" y="260"/>
                </a:cubicBezTo>
                <a:cubicBezTo>
                  <a:pt x="39" y="258"/>
                  <a:pt x="39" y="233"/>
                  <a:pt x="39" y="186"/>
                </a:cubicBezTo>
                <a:lnTo>
                  <a:pt x="39" y="116"/>
                </a:lnTo>
                <a:lnTo>
                  <a:pt x="0" y="116"/>
                </a:lnTo>
                <a:lnTo>
                  <a:pt x="0" y="97"/>
                </a:lnTo>
                <a:lnTo>
                  <a:pt x="4" y="9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3495240" y="5016600"/>
            <a:ext cx="80640" cy="83160"/>
          </a:xfrm>
          <a:custGeom>
            <a:avLst/>
            <a:gdLst/>
            <a:ahLst/>
            <a:rect l="0" t="0" r="r" b="b"/>
            <a:pathLst>
              <a:path w="224" h="231">
                <a:moveTo>
                  <a:pt x="0" y="118"/>
                </a:moveTo>
                <a:cubicBezTo>
                  <a:pt x="0" y="86"/>
                  <a:pt x="11" y="58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2" y="0"/>
                  <a:pt x="168" y="11"/>
                  <a:pt x="191" y="34"/>
                </a:cubicBezTo>
                <a:cubicBezTo>
                  <a:pt x="213" y="57"/>
                  <a:pt x="224" y="85"/>
                  <a:pt x="224" y="117"/>
                </a:cubicBezTo>
                <a:cubicBezTo>
                  <a:pt x="224" y="149"/>
                  <a:pt x="213" y="176"/>
                  <a:pt x="192" y="198"/>
                </a:cubicBezTo>
                <a:cubicBezTo>
                  <a:pt x="171" y="221"/>
                  <a:pt x="143" y="231"/>
                  <a:pt x="112" y="231"/>
                </a:cubicBezTo>
                <a:cubicBezTo>
                  <a:pt x="79" y="231"/>
                  <a:pt x="53" y="220"/>
                  <a:pt x="32" y="197"/>
                </a:cubicBezTo>
                <a:cubicBezTo>
                  <a:pt x="11" y="174"/>
                  <a:pt x="1" y="148"/>
                  <a:pt x="0" y="118"/>
                </a:cubicBezTo>
                <a:moveTo>
                  <a:pt x="112" y="211"/>
                </a:moveTo>
                <a:cubicBezTo>
                  <a:pt x="153" y="211"/>
                  <a:pt x="174" y="183"/>
                  <a:pt x="174" y="128"/>
                </a:cubicBezTo>
                <a:lnTo>
                  <a:pt x="174" y="112"/>
                </a:lnTo>
                <a:lnTo>
                  <a:pt x="174" y="100"/>
                </a:lnTo>
                <a:cubicBezTo>
                  <a:pt x="174" y="92"/>
                  <a:pt x="174" y="86"/>
                  <a:pt x="174" y="81"/>
                </a:cubicBezTo>
                <a:cubicBezTo>
                  <a:pt x="174" y="75"/>
                  <a:pt x="172" y="69"/>
                  <a:pt x="169" y="61"/>
                </a:cubicBezTo>
                <a:cubicBezTo>
                  <a:pt x="167" y="54"/>
                  <a:pt x="165" y="48"/>
                  <a:pt x="161" y="43"/>
                </a:cubicBezTo>
                <a:cubicBezTo>
                  <a:pt x="158" y="39"/>
                  <a:pt x="153" y="34"/>
                  <a:pt x="146" y="29"/>
                </a:cubicBezTo>
                <a:cubicBezTo>
                  <a:pt x="139" y="25"/>
                  <a:pt x="130" y="21"/>
                  <a:pt x="121" y="19"/>
                </a:cubicBezTo>
                <a:cubicBezTo>
                  <a:pt x="119" y="19"/>
                  <a:pt x="117" y="19"/>
                  <a:pt x="113" y="19"/>
                </a:cubicBezTo>
                <a:cubicBezTo>
                  <a:pt x="103" y="19"/>
                  <a:pt x="93" y="21"/>
                  <a:pt x="84" y="25"/>
                </a:cubicBezTo>
                <a:cubicBezTo>
                  <a:pt x="70" y="32"/>
                  <a:pt x="60" y="42"/>
                  <a:pt x="56" y="55"/>
                </a:cubicBezTo>
                <a:cubicBezTo>
                  <a:pt x="52" y="68"/>
                  <a:pt x="50" y="84"/>
                  <a:pt x="50" y="102"/>
                </a:cubicBezTo>
                <a:lnTo>
                  <a:pt x="50" y="112"/>
                </a:lnTo>
                <a:cubicBezTo>
                  <a:pt x="50" y="144"/>
                  <a:pt x="53" y="167"/>
                  <a:pt x="59" y="180"/>
                </a:cubicBezTo>
                <a:cubicBezTo>
                  <a:pt x="70" y="200"/>
                  <a:pt x="87" y="211"/>
                  <a:pt x="112" y="211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3584520" y="4971960"/>
            <a:ext cx="89280" cy="126000"/>
          </a:xfrm>
          <a:custGeom>
            <a:avLst/>
            <a:gdLst/>
            <a:ahLst/>
            <a:rect l="0" t="0" r="r" b="b"/>
            <a:pathLst>
              <a:path w="248" h="350">
                <a:moveTo>
                  <a:pt x="8" y="327"/>
                </a:moveTo>
                <a:lnTo>
                  <a:pt x="15" y="327"/>
                </a:lnTo>
                <a:cubicBezTo>
                  <a:pt x="28" y="327"/>
                  <a:pt x="36" y="325"/>
                  <a:pt x="39" y="319"/>
                </a:cubicBezTo>
                <a:lnTo>
                  <a:pt x="39" y="315"/>
                </a:lnTo>
                <a:cubicBezTo>
                  <a:pt x="39" y="312"/>
                  <a:pt x="39" y="308"/>
                  <a:pt x="39" y="304"/>
                </a:cubicBezTo>
                <a:cubicBezTo>
                  <a:pt x="39" y="299"/>
                  <a:pt x="39" y="293"/>
                  <a:pt x="39" y="287"/>
                </a:cubicBezTo>
                <a:cubicBezTo>
                  <a:pt x="39" y="281"/>
                  <a:pt x="39" y="273"/>
                  <a:pt x="39" y="265"/>
                </a:cubicBezTo>
                <a:cubicBezTo>
                  <a:pt x="39" y="257"/>
                  <a:pt x="39" y="249"/>
                  <a:pt x="39" y="240"/>
                </a:cubicBezTo>
                <a:cubicBezTo>
                  <a:pt x="39" y="232"/>
                  <a:pt x="39" y="222"/>
                  <a:pt x="39" y="213"/>
                </a:cubicBezTo>
                <a:cubicBezTo>
                  <a:pt x="39" y="203"/>
                  <a:pt x="39" y="193"/>
                  <a:pt x="39" y="184"/>
                </a:cubicBezTo>
                <a:cubicBezTo>
                  <a:pt x="39" y="171"/>
                  <a:pt x="39" y="158"/>
                  <a:pt x="39" y="145"/>
                </a:cubicBezTo>
                <a:cubicBezTo>
                  <a:pt x="39" y="131"/>
                  <a:pt x="39" y="118"/>
                  <a:pt x="39" y="107"/>
                </a:cubicBezTo>
                <a:cubicBezTo>
                  <a:pt x="39" y="96"/>
                  <a:pt x="39" y="85"/>
                  <a:pt x="39" y="77"/>
                </a:cubicBezTo>
                <a:cubicBezTo>
                  <a:pt x="39" y="68"/>
                  <a:pt x="39" y="61"/>
                  <a:pt x="39" y="55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40"/>
                  <a:pt x="35" y="35"/>
                  <a:pt x="32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0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2" y="3"/>
                  <a:pt x="59" y="2"/>
                </a:cubicBezTo>
                <a:cubicBezTo>
                  <a:pt x="65" y="2"/>
                  <a:pt x="70" y="1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16"/>
                </a:lnTo>
                <a:lnTo>
                  <a:pt x="81" y="232"/>
                </a:lnTo>
                <a:lnTo>
                  <a:pt x="112" y="205"/>
                </a:lnTo>
                <a:cubicBezTo>
                  <a:pt x="132" y="187"/>
                  <a:pt x="142" y="177"/>
                  <a:pt x="144" y="175"/>
                </a:cubicBezTo>
                <a:cubicBezTo>
                  <a:pt x="146" y="172"/>
                  <a:pt x="147" y="169"/>
                  <a:pt x="147" y="166"/>
                </a:cubicBezTo>
                <a:cubicBezTo>
                  <a:pt x="147" y="160"/>
                  <a:pt x="143" y="156"/>
                  <a:pt x="136" y="156"/>
                </a:cubicBezTo>
                <a:lnTo>
                  <a:pt x="134" y="156"/>
                </a:lnTo>
                <a:lnTo>
                  <a:pt x="134" y="133"/>
                </a:lnTo>
                <a:lnTo>
                  <a:pt x="138" y="133"/>
                </a:lnTo>
                <a:cubicBezTo>
                  <a:pt x="143" y="134"/>
                  <a:pt x="163" y="134"/>
                  <a:pt x="198" y="134"/>
                </a:cubicBezTo>
                <a:cubicBezTo>
                  <a:pt x="219" y="134"/>
                  <a:pt x="231" y="134"/>
                  <a:pt x="234" y="133"/>
                </a:cubicBezTo>
                <a:lnTo>
                  <a:pt x="237" y="133"/>
                </a:lnTo>
                <a:lnTo>
                  <a:pt x="237" y="156"/>
                </a:lnTo>
                <a:lnTo>
                  <a:pt x="230" y="156"/>
                </a:lnTo>
                <a:cubicBezTo>
                  <a:pt x="207" y="157"/>
                  <a:pt x="188" y="165"/>
                  <a:pt x="172" y="178"/>
                </a:cubicBezTo>
                <a:cubicBezTo>
                  <a:pt x="147" y="199"/>
                  <a:pt x="135" y="210"/>
                  <a:pt x="135" y="212"/>
                </a:cubicBezTo>
                <a:cubicBezTo>
                  <a:pt x="135" y="212"/>
                  <a:pt x="145" y="228"/>
                  <a:pt x="166" y="258"/>
                </a:cubicBezTo>
                <a:cubicBezTo>
                  <a:pt x="187" y="289"/>
                  <a:pt x="199" y="306"/>
                  <a:pt x="202" y="310"/>
                </a:cubicBezTo>
                <a:cubicBezTo>
                  <a:pt x="207" y="316"/>
                  <a:pt x="212" y="320"/>
                  <a:pt x="218" y="323"/>
                </a:cubicBezTo>
                <a:cubicBezTo>
                  <a:pt x="223" y="326"/>
                  <a:pt x="232" y="327"/>
                  <a:pt x="242" y="327"/>
                </a:cubicBezTo>
                <a:lnTo>
                  <a:pt x="248" y="327"/>
                </a:lnTo>
                <a:lnTo>
                  <a:pt x="248" y="350"/>
                </a:lnTo>
                <a:lnTo>
                  <a:pt x="245" y="350"/>
                </a:lnTo>
                <a:cubicBezTo>
                  <a:pt x="242" y="349"/>
                  <a:pt x="227" y="349"/>
                  <a:pt x="201" y="349"/>
                </a:cubicBezTo>
                <a:cubicBezTo>
                  <a:pt x="169" y="349"/>
                  <a:pt x="150" y="349"/>
                  <a:pt x="145" y="350"/>
                </a:cubicBezTo>
                <a:lnTo>
                  <a:pt x="141" y="350"/>
                </a:lnTo>
                <a:lnTo>
                  <a:pt x="141" y="327"/>
                </a:lnTo>
                <a:lnTo>
                  <a:pt x="145" y="327"/>
                </a:lnTo>
                <a:cubicBezTo>
                  <a:pt x="153" y="327"/>
                  <a:pt x="157" y="322"/>
                  <a:pt x="157" y="317"/>
                </a:cubicBezTo>
                <a:cubicBezTo>
                  <a:pt x="157" y="314"/>
                  <a:pt x="156" y="312"/>
                  <a:pt x="155" y="310"/>
                </a:cubicBezTo>
                <a:cubicBezTo>
                  <a:pt x="154" y="308"/>
                  <a:pt x="145" y="296"/>
                  <a:pt x="130" y="272"/>
                </a:cubicBezTo>
                <a:cubicBezTo>
                  <a:pt x="114" y="249"/>
                  <a:pt x="106" y="238"/>
                  <a:pt x="105" y="238"/>
                </a:cubicBezTo>
                <a:lnTo>
                  <a:pt x="79" y="261"/>
                </a:lnTo>
                <a:lnTo>
                  <a:pt x="79" y="289"/>
                </a:lnTo>
                <a:lnTo>
                  <a:pt x="79" y="307"/>
                </a:lnTo>
                <a:cubicBezTo>
                  <a:pt x="79" y="314"/>
                  <a:pt x="80" y="318"/>
                  <a:pt x="80" y="320"/>
                </a:cubicBezTo>
                <a:cubicBezTo>
                  <a:pt x="81" y="322"/>
                  <a:pt x="83" y="323"/>
                  <a:pt x="86" y="326"/>
                </a:cubicBezTo>
                <a:cubicBezTo>
                  <a:pt x="93" y="327"/>
                  <a:pt x="101" y="327"/>
                  <a:pt x="111" y="327"/>
                </a:cubicBezTo>
                <a:lnTo>
                  <a:pt x="119" y="327"/>
                </a:lnTo>
                <a:lnTo>
                  <a:pt x="119" y="350"/>
                </a:lnTo>
                <a:lnTo>
                  <a:pt x="115" y="350"/>
                </a:lnTo>
                <a:cubicBezTo>
                  <a:pt x="109" y="349"/>
                  <a:pt x="91" y="349"/>
                  <a:pt x="60" y="349"/>
                </a:cubicBezTo>
                <a:cubicBezTo>
                  <a:pt x="27" y="349"/>
                  <a:pt x="9" y="349"/>
                  <a:pt x="4" y="350"/>
                </a:cubicBezTo>
                <a:lnTo>
                  <a:pt x="0" y="350"/>
                </a:lnTo>
                <a:lnTo>
                  <a:pt x="0" y="327"/>
                </a:lnTo>
                <a:lnTo>
                  <a:pt x="8" y="32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681360" y="5016600"/>
            <a:ext cx="70560" cy="83520"/>
          </a:xfrm>
          <a:custGeom>
            <a:avLst/>
            <a:gdLst/>
            <a:ahLst/>
            <a:rect l="0" t="0" r="r" b="b"/>
            <a:pathLst>
              <a:path w="196" h="232">
                <a:moveTo>
                  <a:pt x="0" y="116"/>
                </a:moveTo>
                <a:cubicBezTo>
                  <a:pt x="0" y="97"/>
                  <a:pt x="4" y="81"/>
                  <a:pt x="11" y="65"/>
                </a:cubicBezTo>
                <a:cubicBezTo>
                  <a:pt x="17" y="50"/>
                  <a:pt x="26" y="38"/>
                  <a:pt x="36" y="29"/>
                </a:cubicBezTo>
                <a:cubicBezTo>
                  <a:pt x="46" y="19"/>
                  <a:pt x="57" y="12"/>
                  <a:pt x="68" y="8"/>
                </a:cubicBezTo>
                <a:cubicBezTo>
                  <a:pt x="80" y="3"/>
                  <a:pt x="91" y="0"/>
                  <a:pt x="102" y="0"/>
                </a:cubicBezTo>
                <a:cubicBezTo>
                  <a:pt x="119" y="0"/>
                  <a:pt x="135" y="3"/>
                  <a:pt x="147" y="9"/>
                </a:cubicBezTo>
                <a:cubicBezTo>
                  <a:pt x="161" y="15"/>
                  <a:pt x="171" y="24"/>
                  <a:pt x="178" y="34"/>
                </a:cubicBezTo>
                <a:cubicBezTo>
                  <a:pt x="184" y="45"/>
                  <a:pt x="189" y="56"/>
                  <a:pt x="192" y="66"/>
                </a:cubicBezTo>
                <a:cubicBezTo>
                  <a:pt x="194" y="77"/>
                  <a:pt x="196" y="89"/>
                  <a:pt x="196" y="102"/>
                </a:cubicBezTo>
                <a:cubicBezTo>
                  <a:pt x="196" y="105"/>
                  <a:pt x="195" y="107"/>
                  <a:pt x="193" y="109"/>
                </a:cubicBezTo>
                <a:lnTo>
                  <a:pt x="50" y="109"/>
                </a:lnTo>
                <a:lnTo>
                  <a:pt x="50" y="117"/>
                </a:lnTo>
                <a:cubicBezTo>
                  <a:pt x="50" y="166"/>
                  <a:pt x="67" y="197"/>
                  <a:pt x="100" y="207"/>
                </a:cubicBezTo>
                <a:cubicBezTo>
                  <a:pt x="107" y="209"/>
                  <a:pt x="114" y="211"/>
                  <a:pt x="122" y="211"/>
                </a:cubicBezTo>
                <a:cubicBezTo>
                  <a:pt x="136" y="211"/>
                  <a:pt x="148" y="205"/>
                  <a:pt x="159" y="194"/>
                </a:cubicBezTo>
                <a:cubicBezTo>
                  <a:pt x="165" y="189"/>
                  <a:pt x="170" y="181"/>
                  <a:pt x="173" y="173"/>
                </a:cubicBezTo>
                <a:lnTo>
                  <a:pt x="178" y="161"/>
                </a:lnTo>
                <a:cubicBezTo>
                  <a:pt x="179" y="160"/>
                  <a:pt x="182" y="160"/>
                  <a:pt x="186" y="160"/>
                </a:cubicBezTo>
                <a:lnTo>
                  <a:pt x="188" y="160"/>
                </a:lnTo>
                <a:cubicBezTo>
                  <a:pt x="193" y="160"/>
                  <a:pt x="196" y="161"/>
                  <a:pt x="196" y="165"/>
                </a:cubicBezTo>
                <a:cubicBezTo>
                  <a:pt x="196" y="166"/>
                  <a:pt x="196" y="168"/>
                  <a:pt x="195" y="171"/>
                </a:cubicBezTo>
                <a:cubicBezTo>
                  <a:pt x="188" y="190"/>
                  <a:pt x="178" y="204"/>
                  <a:pt x="163" y="216"/>
                </a:cubicBezTo>
                <a:cubicBezTo>
                  <a:pt x="147" y="227"/>
                  <a:pt x="131" y="232"/>
                  <a:pt x="112" y="232"/>
                </a:cubicBezTo>
                <a:cubicBezTo>
                  <a:pt x="80" y="232"/>
                  <a:pt x="54" y="220"/>
                  <a:pt x="33" y="196"/>
                </a:cubicBezTo>
                <a:cubicBezTo>
                  <a:pt x="12" y="173"/>
                  <a:pt x="1" y="146"/>
                  <a:pt x="0" y="116"/>
                </a:cubicBezTo>
                <a:moveTo>
                  <a:pt x="155" y="87"/>
                </a:moveTo>
                <a:cubicBezTo>
                  <a:pt x="150" y="44"/>
                  <a:pt x="134" y="21"/>
                  <a:pt x="106" y="19"/>
                </a:cubicBezTo>
                <a:lnTo>
                  <a:pt x="105" y="19"/>
                </a:lnTo>
                <a:cubicBezTo>
                  <a:pt x="102" y="19"/>
                  <a:pt x="100" y="19"/>
                  <a:pt x="97" y="19"/>
                </a:cubicBezTo>
                <a:cubicBezTo>
                  <a:pt x="94" y="19"/>
                  <a:pt x="90" y="21"/>
                  <a:pt x="85" y="23"/>
                </a:cubicBezTo>
                <a:cubicBezTo>
                  <a:pt x="79" y="26"/>
                  <a:pt x="74" y="29"/>
                  <a:pt x="70" y="34"/>
                </a:cubicBezTo>
                <a:cubicBezTo>
                  <a:pt x="66" y="38"/>
                  <a:pt x="62" y="45"/>
                  <a:pt x="58" y="54"/>
                </a:cubicBezTo>
                <a:cubicBezTo>
                  <a:pt x="55" y="63"/>
                  <a:pt x="52" y="74"/>
                  <a:pt x="50" y="88"/>
                </a:cubicBezTo>
                <a:lnTo>
                  <a:pt x="50" y="91"/>
                </a:lnTo>
                <a:lnTo>
                  <a:pt x="155" y="91"/>
                </a:lnTo>
                <a:lnTo>
                  <a:pt x="155" y="8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761280" y="5017680"/>
            <a:ext cx="93960" cy="80280"/>
          </a:xfrm>
          <a:custGeom>
            <a:avLst/>
            <a:gdLst/>
            <a:ahLst/>
            <a:rect l="0" t="0" r="r" b="b"/>
            <a:pathLst>
              <a:path w="261" h="223">
                <a:moveTo>
                  <a:pt x="8" y="200"/>
                </a:moveTo>
                <a:lnTo>
                  <a:pt x="15" y="200"/>
                </a:lnTo>
                <a:cubicBezTo>
                  <a:pt x="29" y="200"/>
                  <a:pt x="36" y="198"/>
                  <a:pt x="39" y="193"/>
                </a:cubicBezTo>
                <a:lnTo>
                  <a:pt x="39" y="189"/>
                </a:lnTo>
                <a:cubicBezTo>
                  <a:pt x="39" y="186"/>
                  <a:pt x="39" y="182"/>
                  <a:pt x="39" y="178"/>
                </a:cubicBezTo>
                <a:cubicBezTo>
                  <a:pt x="39" y="173"/>
                  <a:pt x="39" y="168"/>
                  <a:pt x="39" y="162"/>
                </a:cubicBezTo>
                <a:cubicBezTo>
                  <a:pt x="39" y="155"/>
                  <a:pt x="39" y="149"/>
                  <a:pt x="40" y="141"/>
                </a:cubicBezTo>
                <a:cubicBezTo>
                  <a:pt x="40" y="134"/>
                  <a:pt x="40" y="127"/>
                  <a:pt x="40" y="120"/>
                </a:cubicBezTo>
                <a:cubicBezTo>
                  <a:pt x="40" y="110"/>
                  <a:pt x="40" y="99"/>
                  <a:pt x="40" y="87"/>
                </a:cubicBezTo>
                <a:cubicBezTo>
                  <a:pt x="40" y="75"/>
                  <a:pt x="39" y="65"/>
                  <a:pt x="39" y="57"/>
                </a:cubicBezTo>
                <a:lnTo>
                  <a:pt x="39" y="46"/>
                </a:lnTo>
                <a:cubicBezTo>
                  <a:pt x="38" y="39"/>
                  <a:pt x="36" y="35"/>
                  <a:pt x="32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1" y="6"/>
                  <a:pt x="1" y="6"/>
                </a:cubicBezTo>
                <a:lnTo>
                  <a:pt x="6" y="5"/>
                </a:lnTo>
                <a:cubicBezTo>
                  <a:pt x="10" y="5"/>
                  <a:pt x="14" y="4"/>
                  <a:pt x="20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5" y="3"/>
                  <a:pt x="51" y="2"/>
                  <a:pt x="57" y="2"/>
                </a:cubicBezTo>
                <a:cubicBezTo>
                  <a:pt x="64" y="2"/>
                  <a:pt x="68" y="1"/>
                  <a:pt x="72" y="1"/>
                </a:cubicBezTo>
                <a:cubicBezTo>
                  <a:pt x="75" y="0"/>
                  <a:pt x="77" y="0"/>
                  <a:pt x="77" y="0"/>
                </a:cubicBezTo>
                <a:lnTo>
                  <a:pt x="79" y="0"/>
                </a:lnTo>
                <a:lnTo>
                  <a:pt x="79" y="20"/>
                </a:lnTo>
                <a:cubicBezTo>
                  <a:pt x="79" y="33"/>
                  <a:pt x="79" y="39"/>
                  <a:pt x="79" y="39"/>
                </a:cubicBezTo>
                <a:cubicBezTo>
                  <a:pt x="80" y="39"/>
                  <a:pt x="81" y="38"/>
                  <a:pt x="83" y="37"/>
                </a:cubicBezTo>
                <a:cubicBezTo>
                  <a:pt x="84" y="35"/>
                  <a:pt x="86" y="33"/>
                  <a:pt x="89" y="29"/>
                </a:cubicBezTo>
                <a:cubicBezTo>
                  <a:pt x="92" y="26"/>
                  <a:pt x="95" y="23"/>
                  <a:pt x="98" y="20"/>
                </a:cubicBezTo>
                <a:cubicBezTo>
                  <a:pt x="102" y="17"/>
                  <a:pt x="107" y="14"/>
                  <a:pt x="113" y="11"/>
                </a:cubicBezTo>
                <a:cubicBezTo>
                  <a:pt x="119" y="7"/>
                  <a:pt x="125" y="4"/>
                  <a:pt x="132" y="3"/>
                </a:cubicBezTo>
                <a:cubicBezTo>
                  <a:pt x="139" y="1"/>
                  <a:pt x="147" y="0"/>
                  <a:pt x="158" y="0"/>
                </a:cubicBezTo>
                <a:cubicBezTo>
                  <a:pt x="196" y="1"/>
                  <a:pt x="217" y="20"/>
                  <a:pt x="222" y="57"/>
                </a:cubicBezTo>
                <a:cubicBezTo>
                  <a:pt x="222" y="59"/>
                  <a:pt x="222" y="83"/>
                  <a:pt x="222" y="127"/>
                </a:cubicBezTo>
                <a:lnTo>
                  <a:pt x="222" y="171"/>
                </a:lnTo>
                <a:cubicBezTo>
                  <a:pt x="222" y="184"/>
                  <a:pt x="223" y="191"/>
                  <a:pt x="223" y="194"/>
                </a:cubicBezTo>
                <a:cubicBezTo>
                  <a:pt x="224" y="196"/>
                  <a:pt x="226" y="198"/>
                  <a:pt x="229" y="199"/>
                </a:cubicBezTo>
                <a:cubicBezTo>
                  <a:pt x="236" y="200"/>
                  <a:pt x="244" y="200"/>
                  <a:pt x="253" y="200"/>
                </a:cubicBezTo>
                <a:lnTo>
                  <a:pt x="261" y="200"/>
                </a:lnTo>
                <a:lnTo>
                  <a:pt x="261" y="223"/>
                </a:lnTo>
                <a:lnTo>
                  <a:pt x="257" y="223"/>
                </a:lnTo>
                <a:lnTo>
                  <a:pt x="245" y="223"/>
                </a:lnTo>
                <a:cubicBezTo>
                  <a:pt x="238" y="223"/>
                  <a:pt x="229" y="222"/>
                  <a:pt x="220" y="222"/>
                </a:cubicBezTo>
                <a:cubicBezTo>
                  <a:pt x="211" y="222"/>
                  <a:pt x="205" y="222"/>
                  <a:pt x="201" y="222"/>
                </a:cubicBezTo>
                <a:cubicBezTo>
                  <a:pt x="167" y="222"/>
                  <a:pt x="148" y="222"/>
                  <a:pt x="145" y="223"/>
                </a:cubicBezTo>
                <a:lnTo>
                  <a:pt x="141" y="223"/>
                </a:lnTo>
                <a:lnTo>
                  <a:pt x="141" y="200"/>
                </a:lnTo>
                <a:lnTo>
                  <a:pt x="149" y="200"/>
                </a:lnTo>
                <a:cubicBezTo>
                  <a:pt x="169" y="200"/>
                  <a:pt x="179" y="198"/>
                  <a:pt x="179" y="192"/>
                </a:cubicBezTo>
                <a:cubicBezTo>
                  <a:pt x="180" y="192"/>
                  <a:pt x="180" y="168"/>
                  <a:pt x="180" y="122"/>
                </a:cubicBezTo>
                <a:cubicBezTo>
                  <a:pt x="180" y="77"/>
                  <a:pt x="179" y="53"/>
                  <a:pt x="179" y="50"/>
                </a:cubicBezTo>
                <a:cubicBezTo>
                  <a:pt x="177" y="40"/>
                  <a:pt x="174" y="33"/>
                  <a:pt x="169" y="29"/>
                </a:cubicBezTo>
                <a:cubicBezTo>
                  <a:pt x="164" y="24"/>
                  <a:pt x="160" y="21"/>
                  <a:pt x="157" y="20"/>
                </a:cubicBezTo>
                <a:cubicBezTo>
                  <a:pt x="153" y="19"/>
                  <a:pt x="149" y="19"/>
                  <a:pt x="144" y="19"/>
                </a:cubicBezTo>
                <a:cubicBezTo>
                  <a:pt x="129" y="19"/>
                  <a:pt x="115" y="25"/>
                  <a:pt x="104" y="36"/>
                </a:cubicBezTo>
                <a:cubicBezTo>
                  <a:pt x="95" y="45"/>
                  <a:pt x="89" y="55"/>
                  <a:pt x="87" y="64"/>
                </a:cubicBezTo>
                <a:cubicBezTo>
                  <a:pt x="85" y="73"/>
                  <a:pt x="83" y="87"/>
                  <a:pt x="83" y="106"/>
                </a:cubicBezTo>
                <a:lnTo>
                  <a:pt x="83" y="138"/>
                </a:lnTo>
                <a:lnTo>
                  <a:pt x="83" y="169"/>
                </a:lnTo>
                <a:cubicBezTo>
                  <a:pt x="83" y="179"/>
                  <a:pt x="83" y="186"/>
                  <a:pt x="83" y="189"/>
                </a:cubicBezTo>
                <a:cubicBezTo>
                  <a:pt x="84" y="193"/>
                  <a:pt x="84" y="195"/>
                  <a:pt x="85" y="196"/>
                </a:cubicBezTo>
                <a:cubicBezTo>
                  <a:pt x="86" y="197"/>
                  <a:pt x="87" y="198"/>
                  <a:pt x="89" y="199"/>
                </a:cubicBezTo>
                <a:cubicBezTo>
                  <a:pt x="96" y="200"/>
                  <a:pt x="105" y="200"/>
                  <a:pt x="114" y="200"/>
                </a:cubicBezTo>
                <a:lnTo>
                  <a:pt x="122" y="200"/>
                </a:lnTo>
                <a:lnTo>
                  <a:pt x="122" y="223"/>
                </a:lnTo>
                <a:lnTo>
                  <a:pt x="118" y="223"/>
                </a:lnTo>
                <a:lnTo>
                  <a:pt x="107" y="223"/>
                </a:lnTo>
                <a:cubicBezTo>
                  <a:pt x="98" y="223"/>
                  <a:pt x="90" y="222"/>
                  <a:pt x="80" y="222"/>
                </a:cubicBezTo>
                <a:cubicBezTo>
                  <a:pt x="71" y="222"/>
                  <a:pt x="64" y="222"/>
                  <a:pt x="61" y="222"/>
                </a:cubicBezTo>
                <a:cubicBezTo>
                  <a:pt x="26" y="222"/>
                  <a:pt x="7" y="222"/>
                  <a:pt x="4" y="223"/>
                </a:cubicBezTo>
                <a:lnTo>
                  <a:pt x="0" y="223"/>
                </a:lnTo>
                <a:lnTo>
                  <a:pt x="0" y="200"/>
                </a:lnTo>
                <a:lnTo>
                  <a:pt x="8" y="2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3941640" y="4910040"/>
            <a:ext cx="171000" cy="170640"/>
          </a:xfrm>
          <a:custGeom>
            <a:avLst/>
            <a:gdLst/>
            <a:ahLst/>
            <a:rect l="0" t="0" r="r" b="b"/>
            <a:pathLst>
              <a:path w="475" h="474">
                <a:moveTo>
                  <a:pt x="10" y="223"/>
                </a:moveTo>
                <a:lnTo>
                  <a:pt x="224" y="223"/>
                </a:lnTo>
                <a:lnTo>
                  <a:pt x="224" y="116"/>
                </a:lnTo>
                <a:lnTo>
                  <a:pt x="225" y="9"/>
                </a:lnTo>
                <a:cubicBezTo>
                  <a:pt x="229" y="3"/>
                  <a:pt x="234" y="0"/>
                  <a:pt x="238" y="0"/>
                </a:cubicBezTo>
                <a:cubicBezTo>
                  <a:pt x="244" y="0"/>
                  <a:pt x="249" y="3"/>
                  <a:pt x="252" y="10"/>
                </a:cubicBezTo>
                <a:lnTo>
                  <a:pt x="252" y="223"/>
                </a:lnTo>
                <a:lnTo>
                  <a:pt x="465" y="223"/>
                </a:lnTo>
                <a:cubicBezTo>
                  <a:pt x="472" y="226"/>
                  <a:pt x="475" y="231"/>
                  <a:pt x="475" y="237"/>
                </a:cubicBezTo>
                <a:cubicBezTo>
                  <a:pt x="475" y="242"/>
                  <a:pt x="472" y="247"/>
                  <a:pt x="465" y="251"/>
                </a:cubicBezTo>
                <a:lnTo>
                  <a:pt x="252" y="251"/>
                </a:lnTo>
                <a:lnTo>
                  <a:pt x="252" y="464"/>
                </a:lnTo>
                <a:cubicBezTo>
                  <a:pt x="249" y="471"/>
                  <a:pt x="244" y="474"/>
                  <a:pt x="240" y="474"/>
                </a:cubicBezTo>
                <a:lnTo>
                  <a:pt x="238" y="474"/>
                </a:lnTo>
                <a:lnTo>
                  <a:pt x="237" y="474"/>
                </a:lnTo>
                <a:cubicBezTo>
                  <a:pt x="231" y="474"/>
                  <a:pt x="227" y="471"/>
                  <a:pt x="224" y="464"/>
                </a:cubicBezTo>
                <a:lnTo>
                  <a:pt x="224" y="251"/>
                </a:lnTo>
                <a:lnTo>
                  <a:pt x="10" y="251"/>
                </a:lnTo>
                <a:cubicBezTo>
                  <a:pt x="4" y="248"/>
                  <a:pt x="0" y="243"/>
                  <a:pt x="0" y="237"/>
                </a:cubicBezTo>
                <a:cubicBezTo>
                  <a:pt x="0" y="231"/>
                  <a:pt x="4" y="226"/>
                  <a:pt x="10" y="22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4193640" y="4888800"/>
            <a:ext cx="108360" cy="176400"/>
          </a:xfrm>
          <a:custGeom>
            <a:avLst/>
            <a:gdLst/>
            <a:ahLst/>
            <a:rect l="0" t="0" r="r" b="b"/>
            <a:pathLst>
              <a:path w="301" h="490">
                <a:moveTo>
                  <a:pt x="41" y="57"/>
                </a:moveTo>
                <a:cubicBezTo>
                  <a:pt x="67" y="19"/>
                  <a:pt x="103" y="0"/>
                  <a:pt x="149" y="0"/>
                </a:cubicBezTo>
                <a:cubicBezTo>
                  <a:pt x="173" y="0"/>
                  <a:pt x="196" y="6"/>
                  <a:pt x="219" y="18"/>
                </a:cubicBezTo>
                <a:cubicBezTo>
                  <a:pt x="242" y="31"/>
                  <a:pt x="260" y="52"/>
                  <a:pt x="274" y="84"/>
                </a:cubicBezTo>
                <a:cubicBezTo>
                  <a:pt x="292" y="123"/>
                  <a:pt x="301" y="177"/>
                  <a:pt x="301" y="246"/>
                </a:cubicBezTo>
                <a:cubicBezTo>
                  <a:pt x="301" y="319"/>
                  <a:pt x="290" y="377"/>
                  <a:pt x="270" y="416"/>
                </a:cubicBezTo>
                <a:cubicBezTo>
                  <a:pt x="261" y="436"/>
                  <a:pt x="247" y="451"/>
                  <a:pt x="231" y="463"/>
                </a:cubicBezTo>
                <a:cubicBezTo>
                  <a:pt x="214" y="475"/>
                  <a:pt x="200" y="483"/>
                  <a:pt x="187" y="485"/>
                </a:cubicBezTo>
                <a:cubicBezTo>
                  <a:pt x="175" y="488"/>
                  <a:pt x="163" y="490"/>
                  <a:pt x="150" y="490"/>
                </a:cubicBezTo>
                <a:cubicBezTo>
                  <a:pt x="138" y="490"/>
                  <a:pt x="126" y="489"/>
                  <a:pt x="113" y="486"/>
                </a:cubicBezTo>
                <a:cubicBezTo>
                  <a:pt x="101" y="483"/>
                  <a:pt x="86" y="476"/>
                  <a:pt x="70" y="463"/>
                </a:cubicBezTo>
                <a:cubicBezTo>
                  <a:pt x="53" y="451"/>
                  <a:pt x="40" y="435"/>
                  <a:pt x="31" y="416"/>
                </a:cubicBezTo>
                <a:cubicBezTo>
                  <a:pt x="10" y="377"/>
                  <a:pt x="0" y="319"/>
                  <a:pt x="0" y="246"/>
                </a:cubicBezTo>
                <a:cubicBezTo>
                  <a:pt x="0" y="163"/>
                  <a:pt x="14" y="101"/>
                  <a:pt x="41" y="57"/>
                </a:cubicBezTo>
                <a:moveTo>
                  <a:pt x="202" y="49"/>
                </a:moveTo>
                <a:cubicBezTo>
                  <a:pt x="187" y="34"/>
                  <a:pt x="171" y="26"/>
                  <a:pt x="150" y="26"/>
                </a:cubicBezTo>
                <a:cubicBezTo>
                  <a:pt x="130" y="26"/>
                  <a:pt x="113" y="34"/>
                  <a:pt x="99" y="49"/>
                </a:cubicBezTo>
                <a:cubicBezTo>
                  <a:pt x="87" y="61"/>
                  <a:pt x="79" y="78"/>
                  <a:pt x="75" y="100"/>
                </a:cubicBezTo>
                <a:cubicBezTo>
                  <a:pt x="72" y="122"/>
                  <a:pt x="70" y="167"/>
                  <a:pt x="70" y="237"/>
                </a:cubicBezTo>
                <a:cubicBezTo>
                  <a:pt x="70" y="312"/>
                  <a:pt x="72" y="362"/>
                  <a:pt x="75" y="386"/>
                </a:cubicBezTo>
                <a:cubicBezTo>
                  <a:pt x="79" y="409"/>
                  <a:pt x="88" y="428"/>
                  <a:pt x="101" y="442"/>
                </a:cubicBezTo>
                <a:cubicBezTo>
                  <a:pt x="114" y="456"/>
                  <a:pt x="131" y="463"/>
                  <a:pt x="150" y="463"/>
                </a:cubicBezTo>
                <a:cubicBezTo>
                  <a:pt x="170" y="463"/>
                  <a:pt x="186" y="456"/>
                  <a:pt x="200" y="442"/>
                </a:cubicBezTo>
                <a:cubicBezTo>
                  <a:pt x="213" y="428"/>
                  <a:pt x="222" y="408"/>
                  <a:pt x="225" y="382"/>
                </a:cubicBezTo>
                <a:cubicBezTo>
                  <a:pt x="229" y="356"/>
                  <a:pt x="230" y="307"/>
                  <a:pt x="231" y="237"/>
                </a:cubicBezTo>
                <a:cubicBezTo>
                  <a:pt x="231" y="168"/>
                  <a:pt x="229" y="123"/>
                  <a:pt x="225" y="101"/>
                </a:cubicBezTo>
                <a:cubicBezTo>
                  <a:pt x="221" y="79"/>
                  <a:pt x="214" y="62"/>
                  <a:pt x="202" y="49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331880" y="502848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0" y="44"/>
                </a:moveTo>
                <a:cubicBezTo>
                  <a:pt x="0" y="33"/>
                  <a:pt x="4" y="23"/>
                  <a:pt x="12" y="13"/>
                </a:cubicBezTo>
                <a:cubicBezTo>
                  <a:pt x="20" y="5"/>
                  <a:pt x="30" y="0"/>
                  <a:pt x="42" y="0"/>
                </a:cubicBezTo>
                <a:cubicBezTo>
                  <a:pt x="55" y="0"/>
                  <a:pt x="65" y="4"/>
                  <a:pt x="73" y="12"/>
                </a:cubicBezTo>
                <a:cubicBezTo>
                  <a:pt x="82" y="20"/>
                  <a:pt x="86" y="30"/>
                  <a:pt x="87" y="43"/>
                </a:cubicBezTo>
                <a:cubicBezTo>
                  <a:pt x="87" y="55"/>
                  <a:pt x="83" y="65"/>
                  <a:pt x="75" y="74"/>
                </a:cubicBezTo>
                <a:cubicBezTo>
                  <a:pt x="67" y="82"/>
                  <a:pt x="56" y="87"/>
                  <a:pt x="43" y="87"/>
                </a:cubicBezTo>
                <a:cubicBezTo>
                  <a:pt x="31" y="87"/>
                  <a:pt x="20" y="83"/>
                  <a:pt x="12" y="75"/>
                </a:cubicBezTo>
                <a:cubicBezTo>
                  <a:pt x="4" y="67"/>
                  <a:pt x="0" y="56"/>
                  <a:pt x="0" y="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4393800" y="4888800"/>
            <a:ext cx="106560" cy="176400"/>
          </a:xfrm>
          <a:custGeom>
            <a:avLst/>
            <a:gdLst/>
            <a:ahLst/>
            <a:rect l="0" t="0" r="r" b="b"/>
            <a:pathLst>
              <a:path w="296" h="490">
                <a:moveTo>
                  <a:pt x="61" y="144"/>
                </a:moveTo>
                <a:cubicBezTo>
                  <a:pt x="48" y="144"/>
                  <a:pt x="39" y="140"/>
                  <a:pt x="30" y="132"/>
                </a:cubicBezTo>
                <a:cubicBezTo>
                  <a:pt x="23" y="124"/>
                  <a:pt x="19" y="114"/>
                  <a:pt x="19" y="101"/>
                </a:cubicBezTo>
                <a:cubicBezTo>
                  <a:pt x="19" y="75"/>
                  <a:pt x="30" y="51"/>
                  <a:pt x="54" y="31"/>
                </a:cubicBezTo>
                <a:cubicBezTo>
                  <a:pt x="77" y="11"/>
                  <a:pt x="104" y="0"/>
                  <a:pt x="137" y="0"/>
                </a:cubicBezTo>
                <a:cubicBezTo>
                  <a:pt x="153" y="0"/>
                  <a:pt x="164" y="1"/>
                  <a:pt x="168" y="1"/>
                </a:cubicBezTo>
                <a:cubicBezTo>
                  <a:pt x="203" y="7"/>
                  <a:pt x="230" y="19"/>
                  <a:pt x="248" y="39"/>
                </a:cubicBezTo>
                <a:cubicBezTo>
                  <a:pt x="267" y="58"/>
                  <a:pt x="276" y="79"/>
                  <a:pt x="277" y="102"/>
                </a:cubicBezTo>
                <a:cubicBezTo>
                  <a:pt x="277" y="127"/>
                  <a:pt x="269" y="151"/>
                  <a:pt x="253" y="174"/>
                </a:cubicBezTo>
                <a:cubicBezTo>
                  <a:pt x="237" y="197"/>
                  <a:pt x="214" y="214"/>
                  <a:pt x="186" y="225"/>
                </a:cubicBezTo>
                <a:lnTo>
                  <a:pt x="184" y="226"/>
                </a:lnTo>
                <a:cubicBezTo>
                  <a:pt x="184" y="227"/>
                  <a:pt x="186" y="227"/>
                  <a:pt x="190" y="228"/>
                </a:cubicBezTo>
                <a:cubicBezTo>
                  <a:pt x="194" y="229"/>
                  <a:pt x="201" y="231"/>
                  <a:pt x="211" y="235"/>
                </a:cubicBezTo>
                <a:cubicBezTo>
                  <a:pt x="220" y="238"/>
                  <a:pt x="229" y="243"/>
                  <a:pt x="238" y="250"/>
                </a:cubicBezTo>
                <a:cubicBezTo>
                  <a:pt x="277" y="275"/>
                  <a:pt x="296" y="308"/>
                  <a:pt x="296" y="350"/>
                </a:cubicBezTo>
                <a:cubicBezTo>
                  <a:pt x="296" y="388"/>
                  <a:pt x="281" y="420"/>
                  <a:pt x="252" y="448"/>
                </a:cubicBezTo>
                <a:cubicBezTo>
                  <a:pt x="223" y="476"/>
                  <a:pt x="185" y="490"/>
                  <a:pt x="140" y="490"/>
                </a:cubicBezTo>
                <a:cubicBezTo>
                  <a:pt x="102" y="490"/>
                  <a:pt x="70" y="480"/>
                  <a:pt x="42" y="460"/>
                </a:cubicBezTo>
                <a:cubicBezTo>
                  <a:pt x="14" y="439"/>
                  <a:pt x="0" y="413"/>
                  <a:pt x="0" y="382"/>
                </a:cubicBezTo>
                <a:cubicBezTo>
                  <a:pt x="0" y="369"/>
                  <a:pt x="4" y="358"/>
                  <a:pt x="13" y="350"/>
                </a:cubicBezTo>
                <a:cubicBezTo>
                  <a:pt x="21" y="342"/>
                  <a:pt x="32" y="338"/>
                  <a:pt x="46" y="337"/>
                </a:cubicBezTo>
                <a:cubicBezTo>
                  <a:pt x="59" y="337"/>
                  <a:pt x="70" y="342"/>
                  <a:pt x="78" y="350"/>
                </a:cubicBezTo>
                <a:cubicBezTo>
                  <a:pt x="87" y="359"/>
                  <a:pt x="91" y="369"/>
                  <a:pt x="91" y="382"/>
                </a:cubicBezTo>
                <a:cubicBezTo>
                  <a:pt x="91" y="387"/>
                  <a:pt x="90" y="392"/>
                  <a:pt x="89" y="396"/>
                </a:cubicBezTo>
                <a:cubicBezTo>
                  <a:pt x="88" y="401"/>
                  <a:pt x="86" y="404"/>
                  <a:pt x="84" y="408"/>
                </a:cubicBezTo>
                <a:cubicBezTo>
                  <a:pt x="82" y="411"/>
                  <a:pt x="80" y="414"/>
                  <a:pt x="76" y="416"/>
                </a:cubicBezTo>
                <a:cubicBezTo>
                  <a:pt x="73" y="419"/>
                  <a:pt x="70" y="421"/>
                  <a:pt x="68" y="422"/>
                </a:cubicBezTo>
                <a:cubicBezTo>
                  <a:pt x="65" y="423"/>
                  <a:pt x="63" y="424"/>
                  <a:pt x="61" y="425"/>
                </a:cubicBezTo>
                <a:cubicBezTo>
                  <a:pt x="58" y="425"/>
                  <a:pt x="56" y="426"/>
                  <a:pt x="55" y="427"/>
                </a:cubicBezTo>
                <a:lnTo>
                  <a:pt x="52" y="428"/>
                </a:lnTo>
                <a:cubicBezTo>
                  <a:pt x="76" y="449"/>
                  <a:pt x="106" y="460"/>
                  <a:pt x="140" y="460"/>
                </a:cubicBezTo>
                <a:cubicBezTo>
                  <a:pt x="166" y="460"/>
                  <a:pt x="186" y="447"/>
                  <a:pt x="199" y="422"/>
                </a:cubicBezTo>
                <a:cubicBezTo>
                  <a:pt x="207" y="406"/>
                  <a:pt x="211" y="382"/>
                  <a:pt x="211" y="350"/>
                </a:cubicBezTo>
                <a:lnTo>
                  <a:pt x="211" y="336"/>
                </a:lnTo>
                <a:cubicBezTo>
                  <a:pt x="211" y="290"/>
                  <a:pt x="196" y="260"/>
                  <a:pt x="166" y="245"/>
                </a:cubicBezTo>
                <a:cubicBezTo>
                  <a:pt x="159" y="242"/>
                  <a:pt x="144" y="240"/>
                  <a:pt x="122" y="240"/>
                </a:cubicBezTo>
                <a:lnTo>
                  <a:pt x="93" y="239"/>
                </a:lnTo>
                <a:lnTo>
                  <a:pt x="90" y="237"/>
                </a:lnTo>
                <a:cubicBezTo>
                  <a:pt x="90" y="236"/>
                  <a:pt x="89" y="232"/>
                  <a:pt x="89" y="226"/>
                </a:cubicBezTo>
                <a:cubicBezTo>
                  <a:pt x="89" y="217"/>
                  <a:pt x="91" y="213"/>
                  <a:pt x="95" y="213"/>
                </a:cubicBezTo>
                <a:cubicBezTo>
                  <a:pt x="108" y="213"/>
                  <a:pt x="122" y="212"/>
                  <a:pt x="136" y="210"/>
                </a:cubicBezTo>
                <a:cubicBezTo>
                  <a:pt x="152" y="207"/>
                  <a:pt x="167" y="197"/>
                  <a:pt x="180" y="180"/>
                </a:cubicBezTo>
                <a:cubicBezTo>
                  <a:pt x="193" y="162"/>
                  <a:pt x="200" y="136"/>
                  <a:pt x="200" y="100"/>
                </a:cubicBezTo>
                <a:lnTo>
                  <a:pt x="200" y="94"/>
                </a:lnTo>
                <a:cubicBezTo>
                  <a:pt x="200" y="67"/>
                  <a:pt x="192" y="49"/>
                  <a:pt x="175" y="38"/>
                </a:cubicBezTo>
                <a:cubicBezTo>
                  <a:pt x="165" y="32"/>
                  <a:pt x="154" y="28"/>
                  <a:pt x="142" y="28"/>
                </a:cubicBezTo>
                <a:cubicBezTo>
                  <a:pt x="127" y="28"/>
                  <a:pt x="113" y="31"/>
                  <a:pt x="100" y="36"/>
                </a:cubicBezTo>
                <a:cubicBezTo>
                  <a:pt x="87" y="41"/>
                  <a:pt x="78" y="47"/>
                  <a:pt x="73" y="52"/>
                </a:cubicBezTo>
                <a:cubicBezTo>
                  <a:pt x="67" y="58"/>
                  <a:pt x="65" y="61"/>
                  <a:pt x="65" y="61"/>
                </a:cubicBezTo>
                <a:lnTo>
                  <a:pt x="67" y="61"/>
                </a:lnTo>
                <a:cubicBezTo>
                  <a:pt x="68" y="61"/>
                  <a:pt x="70" y="62"/>
                  <a:pt x="73" y="62"/>
                </a:cubicBezTo>
                <a:cubicBezTo>
                  <a:pt x="75" y="63"/>
                  <a:pt x="77" y="64"/>
                  <a:pt x="80" y="66"/>
                </a:cubicBezTo>
                <a:cubicBezTo>
                  <a:pt x="82" y="68"/>
                  <a:pt x="85" y="69"/>
                  <a:pt x="88" y="71"/>
                </a:cubicBezTo>
                <a:cubicBezTo>
                  <a:pt x="92" y="72"/>
                  <a:pt x="94" y="75"/>
                  <a:pt x="95" y="79"/>
                </a:cubicBezTo>
                <a:cubicBezTo>
                  <a:pt x="97" y="83"/>
                  <a:pt x="99" y="86"/>
                  <a:pt x="101" y="89"/>
                </a:cubicBezTo>
                <a:cubicBezTo>
                  <a:pt x="104" y="93"/>
                  <a:pt x="104" y="97"/>
                  <a:pt x="103" y="104"/>
                </a:cubicBezTo>
                <a:cubicBezTo>
                  <a:pt x="103" y="114"/>
                  <a:pt x="100" y="123"/>
                  <a:pt x="93" y="131"/>
                </a:cubicBezTo>
                <a:cubicBezTo>
                  <a:pt x="87" y="139"/>
                  <a:pt x="76" y="144"/>
                  <a:pt x="61" y="1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4587840" y="4979880"/>
            <a:ext cx="31320" cy="30960"/>
          </a:xfrm>
          <a:custGeom>
            <a:avLst/>
            <a:gdLst/>
            <a:ahLst/>
            <a:rect l="0" t="0" r="r" b="b"/>
            <a:pathLst>
              <a:path w="87" h="86">
                <a:moveTo>
                  <a:pt x="0" y="43"/>
                </a:moveTo>
                <a:cubicBezTo>
                  <a:pt x="0" y="31"/>
                  <a:pt x="4" y="21"/>
                  <a:pt x="12" y="13"/>
                </a:cubicBezTo>
                <a:cubicBezTo>
                  <a:pt x="21" y="4"/>
                  <a:pt x="32" y="0"/>
                  <a:pt x="44" y="0"/>
                </a:cubicBezTo>
                <a:cubicBezTo>
                  <a:pt x="55" y="0"/>
                  <a:pt x="65" y="4"/>
                  <a:pt x="74" y="11"/>
                </a:cubicBezTo>
                <a:cubicBezTo>
                  <a:pt x="82" y="19"/>
                  <a:pt x="87" y="29"/>
                  <a:pt x="87" y="42"/>
                </a:cubicBezTo>
                <a:cubicBezTo>
                  <a:pt x="87" y="54"/>
                  <a:pt x="83" y="64"/>
                  <a:pt x="75" y="74"/>
                </a:cubicBezTo>
                <a:cubicBezTo>
                  <a:pt x="67" y="82"/>
                  <a:pt x="57" y="86"/>
                  <a:pt x="45" y="86"/>
                </a:cubicBezTo>
                <a:cubicBezTo>
                  <a:pt x="32" y="86"/>
                  <a:pt x="21" y="82"/>
                  <a:pt x="13" y="74"/>
                </a:cubicBezTo>
                <a:cubicBezTo>
                  <a:pt x="5" y="66"/>
                  <a:pt x="1" y="55"/>
                  <a:pt x="0" y="4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4704840" y="4944600"/>
            <a:ext cx="118080" cy="118080"/>
          </a:xfrm>
          <a:custGeom>
            <a:avLst/>
            <a:gdLst/>
            <a:ahLst/>
            <a:rect l="0" t="0" r="r" b="b"/>
            <a:pathLst>
              <a:path w="328" h="328">
                <a:moveTo>
                  <a:pt x="73" y="102"/>
                </a:moveTo>
                <a:cubicBezTo>
                  <a:pt x="73" y="102"/>
                  <a:pt x="68" y="102"/>
                  <a:pt x="58" y="102"/>
                </a:cubicBezTo>
                <a:cubicBezTo>
                  <a:pt x="47" y="102"/>
                  <a:pt x="38" y="98"/>
                  <a:pt x="31" y="91"/>
                </a:cubicBezTo>
                <a:cubicBezTo>
                  <a:pt x="24" y="84"/>
                  <a:pt x="21" y="75"/>
                  <a:pt x="21" y="63"/>
                </a:cubicBezTo>
                <a:cubicBezTo>
                  <a:pt x="21" y="47"/>
                  <a:pt x="29" y="32"/>
                  <a:pt x="45" y="19"/>
                </a:cubicBezTo>
                <a:cubicBezTo>
                  <a:pt x="61" y="6"/>
                  <a:pt x="90" y="0"/>
                  <a:pt x="131" y="0"/>
                </a:cubicBezTo>
                <a:cubicBezTo>
                  <a:pt x="167" y="0"/>
                  <a:pt x="195" y="7"/>
                  <a:pt x="216" y="23"/>
                </a:cubicBezTo>
                <a:cubicBezTo>
                  <a:pt x="237" y="38"/>
                  <a:pt x="251" y="56"/>
                  <a:pt x="259" y="77"/>
                </a:cubicBezTo>
                <a:cubicBezTo>
                  <a:pt x="261" y="83"/>
                  <a:pt x="262" y="91"/>
                  <a:pt x="262" y="99"/>
                </a:cubicBezTo>
                <a:cubicBezTo>
                  <a:pt x="262" y="107"/>
                  <a:pt x="262" y="135"/>
                  <a:pt x="263" y="182"/>
                </a:cubicBezTo>
                <a:lnTo>
                  <a:pt x="263" y="231"/>
                </a:lnTo>
                <a:cubicBezTo>
                  <a:pt x="263" y="254"/>
                  <a:pt x="264" y="270"/>
                  <a:pt x="266" y="278"/>
                </a:cubicBezTo>
                <a:cubicBezTo>
                  <a:pt x="269" y="287"/>
                  <a:pt x="274" y="291"/>
                  <a:pt x="281" y="291"/>
                </a:cubicBezTo>
                <a:cubicBezTo>
                  <a:pt x="288" y="291"/>
                  <a:pt x="293" y="287"/>
                  <a:pt x="296" y="280"/>
                </a:cubicBezTo>
                <a:cubicBezTo>
                  <a:pt x="298" y="272"/>
                  <a:pt x="299" y="260"/>
                  <a:pt x="299" y="242"/>
                </a:cubicBezTo>
                <a:lnTo>
                  <a:pt x="299" y="216"/>
                </a:lnTo>
                <a:lnTo>
                  <a:pt x="328" y="216"/>
                </a:lnTo>
                <a:lnTo>
                  <a:pt x="328" y="244"/>
                </a:lnTo>
                <a:cubicBezTo>
                  <a:pt x="327" y="263"/>
                  <a:pt x="326" y="274"/>
                  <a:pt x="325" y="278"/>
                </a:cubicBezTo>
                <a:cubicBezTo>
                  <a:pt x="321" y="292"/>
                  <a:pt x="313" y="303"/>
                  <a:pt x="301" y="311"/>
                </a:cubicBezTo>
                <a:cubicBezTo>
                  <a:pt x="288" y="319"/>
                  <a:pt x="275" y="323"/>
                  <a:pt x="261" y="324"/>
                </a:cubicBezTo>
                <a:cubicBezTo>
                  <a:pt x="248" y="324"/>
                  <a:pt x="237" y="320"/>
                  <a:pt x="228" y="311"/>
                </a:cubicBezTo>
                <a:cubicBezTo>
                  <a:pt x="219" y="302"/>
                  <a:pt x="214" y="292"/>
                  <a:pt x="211" y="281"/>
                </a:cubicBezTo>
                <a:lnTo>
                  <a:pt x="211" y="278"/>
                </a:lnTo>
                <a:lnTo>
                  <a:pt x="210" y="281"/>
                </a:lnTo>
                <a:cubicBezTo>
                  <a:pt x="209" y="282"/>
                  <a:pt x="207" y="283"/>
                  <a:pt x="206" y="285"/>
                </a:cubicBezTo>
                <a:cubicBezTo>
                  <a:pt x="205" y="286"/>
                  <a:pt x="203" y="288"/>
                  <a:pt x="200" y="291"/>
                </a:cubicBezTo>
                <a:cubicBezTo>
                  <a:pt x="198" y="294"/>
                  <a:pt x="195" y="297"/>
                  <a:pt x="192" y="299"/>
                </a:cubicBezTo>
                <a:cubicBezTo>
                  <a:pt x="188" y="301"/>
                  <a:pt x="185" y="304"/>
                  <a:pt x="181" y="308"/>
                </a:cubicBezTo>
                <a:cubicBezTo>
                  <a:pt x="177" y="311"/>
                  <a:pt x="173" y="314"/>
                  <a:pt x="168" y="315"/>
                </a:cubicBezTo>
                <a:cubicBezTo>
                  <a:pt x="163" y="317"/>
                  <a:pt x="158" y="319"/>
                  <a:pt x="153" y="321"/>
                </a:cubicBezTo>
                <a:cubicBezTo>
                  <a:pt x="147" y="323"/>
                  <a:pt x="141" y="324"/>
                  <a:pt x="133" y="325"/>
                </a:cubicBezTo>
                <a:cubicBezTo>
                  <a:pt x="126" y="326"/>
                  <a:pt x="119" y="327"/>
                  <a:pt x="111" y="328"/>
                </a:cubicBezTo>
                <a:cubicBezTo>
                  <a:pt x="83" y="328"/>
                  <a:pt x="57" y="320"/>
                  <a:pt x="34" y="305"/>
                </a:cubicBezTo>
                <a:cubicBezTo>
                  <a:pt x="11" y="291"/>
                  <a:pt x="0" y="270"/>
                  <a:pt x="0" y="244"/>
                </a:cubicBezTo>
                <a:cubicBezTo>
                  <a:pt x="0" y="234"/>
                  <a:pt x="2" y="224"/>
                  <a:pt x="5" y="215"/>
                </a:cubicBezTo>
                <a:cubicBezTo>
                  <a:pt x="8" y="206"/>
                  <a:pt x="15" y="196"/>
                  <a:pt x="24" y="186"/>
                </a:cubicBezTo>
                <a:cubicBezTo>
                  <a:pt x="34" y="175"/>
                  <a:pt x="45" y="167"/>
                  <a:pt x="58" y="160"/>
                </a:cubicBezTo>
                <a:cubicBezTo>
                  <a:pt x="72" y="152"/>
                  <a:pt x="90" y="146"/>
                  <a:pt x="114" y="140"/>
                </a:cubicBezTo>
                <a:cubicBezTo>
                  <a:pt x="139" y="133"/>
                  <a:pt x="165" y="130"/>
                  <a:pt x="193" y="129"/>
                </a:cubicBezTo>
                <a:lnTo>
                  <a:pt x="203" y="129"/>
                </a:lnTo>
                <a:lnTo>
                  <a:pt x="203" y="112"/>
                </a:lnTo>
                <a:cubicBezTo>
                  <a:pt x="203" y="96"/>
                  <a:pt x="202" y="84"/>
                  <a:pt x="199" y="77"/>
                </a:cubicBezTo>
                <a:cubicBezTo>
                  <a:pt x="188" y="43"/>
                  <a:pt x="165" y="26"/>
                  <a:pt x="129" y="26"/>
                </a:cubicBezTo>
                <a:cubicBezTo>
                  <a:pt x="120" y="26"/>
                  <a:pt x="112" y="26"/>
                  <a:pt x="105" y="27"/>
                </a:cubicBezTo>
                <a:cubicBezTo>
                  <a:pt x="97" y="27"/>
                  <a:pt x="91" y="28"/>
                  <a:pt x="87" y="30"/>
                </a:cubicBezTo>
                <a:cubicBezTo>
                  <a:pt x="83" y="31"/>
                  <a:pt x="81" y="32"/>
                  <a:pt x="81" y="32"/>
                </a:cubicBezTo>
                <a:cubicBezTo>
                  <a:pt x="92" y="39"/>
                  <a:pt x="97" y="49"/>
                  <a:pt x="97" y="63"/>
                </a:cubicBezTo>
                <a:cubicBezTo>
                  <a:pt x="97" y="75"/>
                  <a:pt x="93" y="84"/>
                  <a:pt x="85" y="91"/>
                </a:cubicBezTo>
                <a:lnTo>
                  <a:pt x="73" y="102"/>
                </a:lnTo>
                <a:moveTo>
                  <a:pt x="65" y="244"/>
                </a:moveTo>
                <a:cubicBezTo>
                  <a:pt x="65" y="259"/>
                  <a:pt x="71" y="272"/>
                  <a:pt x="83" y="283"/>
                </a:cubicBezTo>
                <a:cubicBezTo>
                  <a:pt x="94" y="295"/>
                  <a:pt x="108" y="301"/>
                  <a:pt x="125" y="301"/>
                </a:cubicBezTo>
                <a:cubicBezTo>
                  <a:pt x="144" y="301"/>
                  <a:pt x="159" y="296"/>
                  <a:pt x="173" y="285"/>
                </a:cubicBezTo>
                <a:cubicBezTo>
                  <a:pt x="187" y="274"/>
                  <a:pt x="196" y="260"/>
                  <a:pt x="201" y="242"/>
                </a:cubicBezTo>
                <a:cubicBezTo>
                  <a:pt x="202" y="239"/>
                  <a:pt x="203" y="223"/>
                  <a:pt x="203" y="195"/>
                </a:cubicBezTo>
                <a:cubicBezTo>
                  <a:pt x="203" y="168"/>
                  <a:pt x="203" y="154"/>
                  <a:pt x="202" y="154"/>
                </a:cubicBezTo>
                <a:cubicBezTo>
                  <a:pt x="199" y="154"/>
                  <a:pt x="194" y="154"/>
                  <a:pt x="187" y="155"/>
                </a:cubicBezTo>
                <a:cubicBezTo>
                  <a:pt x="181" y="155"/>
                  <a:pt x="171" y="157"/>
                  <a:pt x="155" y="161"/>
                </a:cubicBezTo>
                <a:cubicBezTo>
                  <a:pt x="140" y="165"/>
                  <a:pt x="125" y="170"/>
                  <a:pt x="113" y="175"/>
                </a:cubicBezTo>
                <a:cubicBezTo>
                  <a:pt x="101" y="181"/>
                  <a:pt x="90" y="190"/>
                  <a:pt x="80" y="202"/>
                </a:cubicBezTo>
                <a:cubicBezTo>
                  <a:pt x="71" y="213"/>
                  <a:pt x="66" y="228"/>
                  <a:pt x="65" y="244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4833000" y="4944600"/>
            <a:ext cx="97920" cy="118080"/>
          </a:xfrm>
          <a:custGeom>
            <a:avLst/>
            <a:gdLst/>
            <a:ahLst/>
            <a:rect l="0" t="0" r="r" b="b"/>
            <a:pathLst>
              <a:path w="272" h="328">
                <a:moveTo>
                  <a:pt x="239" y="102"/>
                </a:moveTo>
                <a:cubicBezTo>
                  <a:pt x="239" y="102"/>
                  <a:pt x="234" y="102"/>
                  <a:pt x="224" y="102"/>
                </a:cubicBezTo>
                <a:cubicBezTo>
                  <a:pt x="214" y="102"/>
                  <a:pt x="205" y="98"/>
                  <a:pt x="198" y="91"/>
                </a:cubicBezTo>
                <a:cubicBezTo>
                  <a:pt x="191" y="84"/>
                  <a:pt x="187" y="75"/>
                  <a:pt x="187" y="64"/>
                </a:cubicBezTo>
                <a:cubicBezTo>
                  <a:pt x="187" y="53"/>
                  <a:pt x="191" y="44"/>
                  <a:pt x="198" y="37"/>
                </a:cubicBezTo>
                <a:cubicBezTo>
                  <a:pt x="200" y="35"/>
                  <a:pt x="201" y="33"/>
                  <a:pt x="201" y="33"/>
                </a:cubicBezTo>
                <a:cubicBezTo>
                  <a:pt x="201" y="32"/>
                  <a:pt x="199" y="32"/>
                  <a:pt x="194" y="31"/>
                </a:cubicBezTo>
                <a:cubicBezTo>
                  <a:pt x="182" y="29"/>
                  <a:pt x="170" y="28"/>
                  <a:pt x="159" y="28"/>
                </a:cubicBezTo>
                <a:cubicBezTo>
                  <a:pt x="136" y="28"/>
                  <a:pt x="117" y="36"/>
                  <a:pt x="102" y="51"/>
                </a:cubicBezTo>
                <a:cubicBezTo>
                  <a:pt x="80" y="73"/>
                  <a:pt x="69" y="111"/>
                  <a:pt x="69" y="164"/>
                </a:cubicBezTo>
                <a:cubicBezTo>
                  <a:pt x="69" y="203"/>
                  <a:pt x="76" y="233"/>
                  <a:pt x="91" y="256"/>
                </a:cubicBezTo>
                <a:cubicBezTo>
                  <a:pt x="110" y="285"/>
                  <a:pt x="136" y="299"/>
                  <a:pt x="169" y="299"/>
                </a:cubicBezTo>
                <a:cubicBezTo>
                  <a:pt x="189" y="299"/>
                  <a:pt x="204" y="293"/>
                  <a:pt x="216" y="281"/>
                </a:cubicBezTo>
                <a:cubicBezTo>
                  <a:pt x="228" y="268"/>
                  <a:pt x="237" y="254"/>
                  <a:pt x="242" y="236"/>
                </a:cubicBezTo>
                <a:cubicBezTo>
                  <a:pt x="243" y="233"/>
                  <a:pt x="244" y="230"/>
                  <a:pt x="245" y="229"/>
                </a:cubicBezTo>
                <a:cubicBezTo>
                  <a:pt x="247" y="228"/>
                  <a:pt x="251" y="228"/>
                  <a:pt x="257" y="228"/>
                </a:cubicBezTo>
                <a:lnTo>
                  <a:pt x="268" y="228"/>
                </a:lnTo>
                <a:cubicBezTo>
                  <a:pt x="271" y="231"/>
                  <a:pt x="272" y="233"/>
                  <a:pt x="272" y="234"/>
                </a:cubicBezTo>
                <a:cubicBezTo>
                  <a:pt x="272" y="236"/>
                  <a:pt x="271" y="240"/>
                  <a:pt x="269" y="246"/>
                </a:cubicBezTo>
                <a:cubicBezTo>
                  <a:pt x="267" y="251"/>
                  <a:pt x="263" y="259"/>
                  <a:pt x="257" y="269"/>
                </a:cubicBezTo>
                <a:cubicBezTo>
                  <a:pt x="251" y="279"/>
                  <a:pt x="244" y="288"/>
                  <a:pt x="236" y="296"/>
                </a:cubicBezTo>
                <a:cubicBezTo>
                  <a:pt x="228" y="304"/>
                  <a:pt x="217" y="312"/>
                  <a:pt x="202" y="318"/>
                </a:cubicBezTo>
                <a:cubicBezTo>
                  <a:pt x="187" y="325"/>
                  <a:pt x="171" y="328"/>
                  <a:pt x="153" y="328"/>
                </a:cubicBezTo>
                <a:cubicBezTo>
                  <a:pt x="112" y="328"/>
                  <a:pt x="76" y="312"/>
                  <a:pt x="46" y="282"/>
                </a:cubicBezTo>
                <a:cubicBezTo>
                  <a:pt x="16" y="252"/>
                  <a:pt x="0" y="213"/>
                  <a:pt x="0" y="167"/>
                </a:cubicBezTo>
                <a:cubicBezTo>
                  <a:pt x="0" y="117"/>
                  <a:pt x="15" y="77"/>
                  <a:pt x="46" y="46"/>
                </a:cubicBezTo>
                <a:cubicBezTo>
                  <a:pt x="77" y="15"/>
                  <a:pt x="113" y="0"/>
                  <a:pt x="154" y="0"/>
                </a:cubicBezTo>
                <a:cubicBezTo>
                  <a:pt x="194" y="0"/>
                  <a:pt x="223" y="6"/>
                  <a:pt x="239" y="19"/>
                </a:cubicBezTo>
                <a:cubicBezTo>
                  <a:pt x="255" y="32"/>
                  <a:pt x="264" y="47"/>
                  <a:pt x="264" y="65"/>
                </a:cubicBezTo>
                <a:cubicBezTo>
                  <a:pt x="264" y="76"/>
                  <a:pt x="259" y="84"/>
                  <a:pt x="251" y="91"/>
                </a:cubicBezTo>
                <a:lnTo>
                  <a:pt x="239" y="10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4946760" y="4944600"/>
            <a:ext cx="97920" cy="118080"/>
          </a:xfrm>
          <a:custGeom>
            <a:avLst/>
            <a:gdLst/>
            <a:ahLst/>
            <a:rect l="0" t="0" r="r" b="b"/>
            <a:pathLst>
              <a:path w="272" h="328">
                <a:moveTo>
                  <a:pt x="240" y="102"/>
                </a:moveTo>
                <a:cubicBezTo>
                  <a:pt x="240" y="102"/>
                  <a:pt x="235" y="102"/>
                  <a:pt x="225" y="102"/>
                </a:cubicBezTo>
                <a:cubicBezTo>
                  <a:pt x="214" y="102"/>
                  <a:pt x="205" y="98"/>
                  <a:pt x="198" y="91"/>
                </a:cubicBezTo>
                <a:cubicBezTo>
                  <a:pt x="191" y="84"/>
                  <a:pt x="187" y="75"/>
                  <a:pt x="187" y="64"/>
                </a:cubicBezTo>
                <a:cubicBezTo>
                  <a:pt x="187" y="53"/>
                  <a:pt x="190" y="44"/>
                  <a:pt x="198" y="37"/>
                </a:cubicBezTo>
                <a:cubicBezTo>
                  <a:pt x="200" y="35"/>
                  <a:pt x="201" y="33"/>
                  <a:pt x="201" y="33"/>
                </a:cubicBezTo>
                <a:cubicBezTo>
                  <a:pt x="201" y="32"/>
                  <a:pt x="199" y="32"/>
                  <a:pt x="194" y="31"/>
                </a:cubicBezTo>
                <a:cubicBezTo>
                  <a:pt x="182" y="29"/>
                  <a:pt x="170" y="28"/>
                  <a:pt x="159" y="28"/>
                </a:cubicBezTo>
                <a:cubicBezTo>
                  <a:pt x="136" y="28"/>
                  <a:pt x="117" y="36"/>
                  <a:pt x="102" y="51"/>
                </a:cubicBezTo>
                <a:cubicBezTo>
                  <a:pt x="80" y="73"/>
                  <a:pt x="69" y="111"/>
                  <a:pt x="69" y="164"/>
                </a:cubicBezTo>
                <a:cubicBezTo>
                  <a:pt x="69" y="203"/>
                  <a:pt x="76" y="233"/>
                  <a:pt x="91" y="256"/>
                </a:cubicBezTo>
                <a:cubicBezTo>
                  <a:pt x="110" y="285"/>
                  <a:pt x="136" y="299"/>
                  <a:pt x="169" y="299"/>
                </a:cubicBezTo>
                <a:cubicBezTo>
                  <a:pt x="189" y="299"/>
                  <a:pt x="204" y="293"/>
                  <a:pt x="217" y="281"/>
                </a:cubicBezTo>
                <a:cubicBezTo>
                  <a:pt x="229" y="268"/>
                  <a:pt x="238" y="254"/>
                  <a:pt x="243" y="236"/>
                </a:cubicBezTo>
                <a:cubicBezTo>
                  <a:pt x="244" y="233"/>
                  <a:pt x="245" y="230"/>
                  <a:pt x="246" y="229"/>
                </a:cubicBezTo>
                <a:cubicBezTo>
                  <a:pt x="248" y="228"/>
                  <a:pt x="251" y="228"/>
                  <a:pt x="258" y="228"/>
                </a:cubicBezTo>
                <a:lnTo>
                  <a:pt x="268" y="228"/>
                </a:lnTo>
                <a:cubicBezTo>
                  <a:pt x="270" y="231"/>
                  <a:pt x="272" y="233"/>
                  <a:pt x="272" y="234"/>
                </a:cubicBezTo>
                <a:cubicBezTo>
                  <a:pt x="272" y="236"/>
                  <a:pt x="271" y="240"/>
                  <a:pt x="269" y="246"/>
                </a:cubicBezTo>
                <a:cubicBezTo>
                  <a:pt x="267" y="251"/>
                  <a:pt x="263" y="259"/>
                  <a:pt x="258" y="269"/>
                </a:cubicBezTo>
                <a:cubicBezTo>
                  <a:pt x="252" y="279"/>
                  <a:pt x="245" y="288"/>
                  <a:pt x="237" y="296"/>
                </a:cubicBezTo>
                <a:cubicBezTo>
                  <a:pt x="229" y="304"/>
                  <a:pt x="218" y="312"/>
                  <a:pt x="202" y="318"/>
                </a:cubicBezTo>
                <a:cubicBezTo>
                  <a:pt x="187" y="325"/>
                  <a:pt x="171" y="328"/>
                  <a:pt x="153" y="328"/>
                </a:cubicBezTo>
                <a:cubicBezTo>
                  <a:pt x="112" y="328"/>
                  <a:pt x="76" y="312"/>
                  <a:pt x="46" y="282"/>
                </a:cubicBezTo>
                <a:cubicBezTo>
                  <a:pt x="16" y="252"/>
                  <a:pt x="0" y="213"/>
                  <a:pt x="0" y="167"/>
                </a:cubicBezTo>
                <a:cubicBezTo>
                  <a:pt x="0" y="117"/>
                  <a:pt x="15" y="77"/>
                  <a:pt x="46" y="46"/>
                </a:cubicBezTo>
                <a:cubicBezTo>
                  <a:pt x="77" y="15"/>
                  <a:pt x="113" y="0"/>
                  <a:pt x="153" y="0"/>
                </a:cubicBezTo>
                <a:cubicBezTo>
                  <a:pt x="194" y="0"/>
                  <a:pt x="224" y="6"/>
                  <a:pt x="240" y="19"/>
                </a:cubicBezTo>
                <a:cubicBezTo>
                  <a:pt x="256" y="32"/>
                  <a:pt x="264" y="47"/>
                  <a:pt x="264" y="65"/>
                </a:cubicBezTo>
                <a:cubicBezTo>
                  <a:pt x="264" y="76"/>
                  <a:pt x="260" y="84"/>
                  <a:pt x="252" y="91"/>
                </a:cubicBezTo>
                <a:lnTo>
                  <a:pt x="240" y="102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063760" y="5017680"/>
            <a:ext cx="91440" cy="115560"/>
          </a:xfrm>
          <a:custGeom>
            <a:avLst/>
            <a:gdLst/>
            <a:ahLst/>
            <a:rect l="0" t="0" r="r" b="b"/>
            <a:pathLst>
              <a:path w="254" h="321">
                <a:moveTo>
                  <a:pt x="8" y="297"/>
                </a:moveTo>
                <a:lnTo>
                  <a:pt x="15" y="297"/>
                </a:lnTo>
                <a:cubicBezTo>
                  <a:pt x="28" y="297"/>
                  <a:pt x="36" y="295"/>
                  <a:pt x="39" y="290"/>
                </a:cubicBezTo>
                <a:lnTo>
                  <a:pt x="39" y="286"/>
                </a:lnTo>
                <a:cubicBezTo>
                  <a:pt x="39" y="283"/>
                  <a:pt x="39" y="280"/>
                  <a:pt x="39" y="276"/>
                </a:cubicBezTo>
                <a:cubicBezTo>
                  <a:pt x="39" y="272"/>
                  <a:pt x="39" y="267"/>
                  <a:pt x="39" y="261"/>
                </a:cubicBezTo>
                <a:cubicBezTo>
                  <a:pt x="39" y="255"/>
                  <a:pt x="39" y="249"/>
                  <a:pt x="39" y="242"/>
                </a:cubicBezTo>
                <a:cubicBezTo>
                  <a:pt x="40" y="235"/>
                  <a:pt x="40" y="227"/>
                  <a:pt x="39" y="219"/>
                </a:cubicBezTo>
                <a:cubicBezTo>
                  <a:pt x="39" y="212"/>
                  <a:pt x="39" y="203"/>
                  <a:pt x="39" y="195"/>
                </a:cubicBezTo>
                <a:cubicBezTo>
                  <a:pt x="40" y="186"/>
                  <a:pt x="40" y="177"/>
                  <a:pt x="39" y="169"/>
                </a:cubicBezTo>
                <a:cubicBezTo>
                  <a:pt x="39" y="158"/>
                  <a:pt x="39" y="146"/>
                  <a:pt x="39" y="133"/>
                </a:cubicBezTo>
                <a:cubicBezTo>
                  <a:pt x="39" y="121"/>
                  <a:pt x="39" y="110"/>
                  <a:pt x="39" y="100"/>
                </a:cubicBezTo>
                <a:cubicBezTo>
                  <a:pt x="39" y="90"/>
                  <a:pt x="39" y="82"/>
                  <a:pt x="39" y="74"/>
                </a:cubicBezTo>
                <a:cubicBezTo>
                  <a:pt x="39" y="65"/>
                  <a:pt x="39" y="59"/>
                  <a:pt x="39" y="54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39"/>
                  <a:pt x="35" y="35"/>
                  <a:pt x="32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1" y="4"/>
                </a:cubicBezTo>
                <a:cubicBezTo>
                  <a:pt x="27" y="4"/>
                  <a:pt x="33" y="3"/>
                  <a:pt x="39" y="3"/>
                </a:cubicBezTo>
                <a:cubicBezTo>
                  <a:pt x="45" y="3"/>
                  <a:pt x="51" y="2"/>
                  <a:pt x="58" y="2"/>
                </a:cubicBezTo>
                <a:cubicBezTo>
                  <a:pt x="65" y="2"/>
                  <a:pt x="70" y="1"/>
                  <a:pt x="73" y="1"/>
                </a:cubicBezTo>
                <a:cubicBezTo>
                  <a:pt x="76" y="0"/>
                  <a:pt x="78" y="0"/>
                  <a:pt x="79" y="0"/>
                </a:cubicBezTo>
                <a:lnTo>
                  <a:pt x="80" y="0"/>
                </a:lnTo>
                <a:lnTo>
                  <a:pt x="80" y="13"/>
                </a:lnTo>
                <a:lnTo>
                  <a:pt x="81" y="26"/>
                </a:lnTo>
                <a:lnTo>
                  <a:pt x="85" y="23"/>
                </a:lnTo>
                <a:cubicBezTo>
                  <a:pt x="104" y="8"/>
                  <a:pt x="128" y="1"/>
                  <a:pt x="154" y="1"/>
                </a:cubicBezTo>
                <a:cubicBezTo>
                  <a:pt x="182" y="1"/>
                  <a:pt x="205" y="11"/>
                  <a:pt x="224" y="33"/>
                </a:cubicBezTo>
                <a:cubicBezTo>
                  <a:pt x="244" y="54"/>
                  <a:pt x="253" y="81"/>
                  <a:pt x="254" y="114"/>
                </a:cubicBezTo>
                <a:cubicBezTo>
                  <a:pt x="254" y="148"/>
                  <a:pt x="243" y="175"/>
                  <a:pt x="221" y="196"/>
                </a:cubicBezTo>
                <a:cubicBezTo>
                  <a:pt x="199" y="217"/>
                  <a:pt x="174" y="228"/>
                  <a:pt x="146" y="228"/>
                </a:cubicBezTo>
                <a:cubicBezTo>
                  <a:pt x="123" y="228"/>
                  <a:pt x="103" y="221"/>
                  <a:pt x="86" y="206"/>
                </a:cubicBezTo>
                <a:lnTo>
                  <a:pt x="82" y="202"/>
                </a:lnTo>
                <a:lnTo>
                  <a:pt x="82" y="245"/>
                </a:lnTo>
                <a:lnTo>
                  <a:pt x="82" y="273"/>
                </a:lnTo>
                <a:cubicBezTo>
                  <a:pt x="82" y="282"/>
                  <a:pt x="82" y="288"/>
                  <a:pt x="83" y="290"/>
                </a:cubicBezTo>
                <a:cubicBezTo>
                  <a:pt x="83" y="292"/>
                  <a:pt x="85" y="294"/>
                  <a:pt x="88" y="295"/>
                </a:cubicBezTo>
                <a:cubicBezTo>
                  <a:pt x="95" y="296"/>
                  <a:pt x="103" y="297"/>
                  <a:pt x="113" y="297"/>
                </a:cubicBezTo>
                <a:lnTo>
                  <a:pt x="121" y="297"/>
                </a:lnTo>
                <a:lnTo>
                  <a:pt x="121" y="321"/>
                </a:lnTo>
                <a:lnTo>
                  <a:pt x="117" y="321"/>
                </a:lnTo>
                <a:lnTo>
                  <a:pt x="105" y="321"/>
                </a:lnTo>
                <a:cubicBezTo>
                  <a:pt x="97" y="320"/>
                  <a:pt x="89" y="320"/>
                  <a:pt x="80" y="320"/>
                </a:cubicBezTo>
                <a:cubicBezTo>
                  <a:pt x="71" y="320"/>
                  <a:pt x="64" y="320"/>
                  <a:pt x="60" y="320"/>
                </a:cubicBezTo>
                <a:cubicBezTo>
                  <a:pt x="26" y="320"/>
                  <a:pt x="7" y="320"/>
                  <a:pt x="4" y="321"/>
                </a:cubicBezTo>
                <a:lnTo>
                  <a:pt x="0" y="321"/>
                </a:lnTo>
                <a:lnTo>
                  <a:pt x="0" y="297"/>
                </a:lnTo>
                <a:lnTo>
                  <a:pt x="8" y="297"/>
                </a:lnTo>
                <a:moveTo>
                  <a:pt x="204" y="113"/>
                </a:moveTo>
                <a:cubicBezTo>
                  <a:pt x="204" y="88"/>
                  <a:pt x="199" y="66"/>
                  <a:pt x="187" y="48"/>
                </a:cubicBezTo>
                <a:cubicBezTo>
                  <a:pt x="176" y="29"/>
                  <a:pt x="161" y="20"/>
                  <a:pt x="143" y="20"/>
                </a:cubicBezTo>
                <a:cubicBezTo>
                  <a:pt x="120" y="20"/>
                  <a:pt x="99" y="31"/>
                  <a:pt x="82" y="53"/>
                </a:cubicBezTo>
                <a:lnTo>
                  <a:pt x="82" y="173"/>
                </a:lnTo>
                <a:cubicBezTo>
                  <a:pt x="95" y="197"/>
                  <a:pt x="114" y="209"/>
                  <a:pt x="138" y="209"/>
                </a:cubicBezTo>
                <a:cubicBezTo>
                  <a:pt x="155" y="209"/>
                  <a:pt x="170" y="200"/>
                  <a:pt x="184" y="182"/>
                </a:cubicBezTo>
                <a:cubicBezTo>
                  <a:pt x="197" y="164"/>
                  <a:pt x="204" y="141"/>
                  <a:pt x="204" y="11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5164560" y="5017680"/>
            <a:ext cx="62640" cy="80280"/>
          </a:xfrm>
          <a:custGeom>
            <a:avLst/>
            <a:gdLst/>
            <a:ahLst/>
            <a:rect l="0" t="0" r="r" b="b"/>
            <a:pathLst>
              <a:path w="174" h="223">
                <a:moveTo>
                  <a:pt x="8" y="200"/>
                </a:moveTo>
                <a:lnTo>
                  <a:pt x="15" y="200"/>
                </a:lnTo>
                <a:cubicBezTo>
                  <a:pt x="28" y="200"/>
                  <a:pt x="36" y="198"/>
                  <a:pt x="39" y="193"/>
                </a:cubicBezTo>
                <a:lnTo>
                  <a:pt x="39" y="189"/>
                </a:lnTo>
                <a:cubicBezTo>
                  <a:pt x="39" y="186"/>
                  <a:pt x="39" y="182"/>
                  <a:pt x="39" y="178"/>
                </a:cubicBezTo>
                <a:cubicBezTo>
                  <a:pt x="39" y="173"/>
                  <a:pt x="39" y="168"/>
                  <a:pt x="39" y="162"/>
                </a:cubicBezTo>
                <a:cubicBezTo>
                  <a:pt x="39" y="155"/>
                  <a:pt x="39" y="149"/>
                  <a:pt x="39" y="141"/>
                </a:cubicBezTo>
                <a:cubicBezTo>
                  <a:pt x="39" y="134"/>
                  <a:pt x="39" y="127"/>
                  <a:pt x="39" y="120"/>
                </a:cubicBezTo>
                <a:cubicBezTo>
                  <a:pt x="39" y="110"/>
                  <a:pt x="39" y="99"/>
                  <a:pt x="39" y="87"/>
                </a:cubicBezTo>
                <a:cubicBezTo>
                  <a:pt x="39" y="75"/>
                  <a:pt x="39" y="65"/>
                  <a:pt x="39" y="57"/>
                </a:cubicBezTo>
                <a:lnTo>
                  <a:pt x="39" y="46"/>
                </a:lnTo>
                <a:cubicBezTo>
                  <a:pt x="38" y="39"/>
                  <a:pt x="35" y="35"/>
                  <a:pt x="32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6" y="4"/>
                  <a:pt x="32" y="3"/>
                  <a:pt x="38" y="3"/>
                </a:cubicBezTo>
                <a:cubicBezTo>
                  <a:pt x="43" y="3"/>
                  <a:pt x="49" y="2"/>
                  <a:pt x="56" y="2"/>
                </a:cubicBezTo>
                <a:cubicBezTo>
                  <a:pt x="62" y="2"/>
                  <a:pt x="67" y="1"/>
                  <a:pt x="70" y="1"/>
                </a:cubicBezTo>
                <a:cubicBezTo>
                  <a:pt x="74" y="0"/>
                  <a:pt x="75" y="0"/>
                  <a:pt x="76" y="0"/>
                </a:cubicBezTo>
                <a:lnTo>
                  <a:pt x="77" y="0"/>
                </a:lnTo>
                <a:lnTo>
                  <a:pt x="77" y="35"/>
                </a:lnTo>
                <a:cubicBezTo>
                  <a:pt x="90" y="12"/>
                  <a:pt x="108" y="1"/>
                  <a:pt x="127" y="1"/>
                </a:cubicBezTo>
                <a:lnTo>
                  <a:pt x="130" y="1"/>
                </a:lnTo>
                <a:cubicBezTo>
                  <a:pt x="145" y="1"/>
                  <a:pt x="156" y="4"/>
                  <a:pt x="163" y="12"/>
                </a:cubicBezTo>
                <a:cubicBezTo>
                  <a:pt x="170" y="19"/>
                  <a:pt x="174" y="27"/>
                  <a:pt x="174" y="35"/>
                </a:cubicBezTo>
                <a:cubicBezTo>
                  <a:pt x="174" y="42"/>
                  <a:pt x="172" y="48"/>
                  <a:pt x="167" y="53"/>
                </a:cubicBezTo>
                <a:cubicBezTo>
                  <a:pt x="163" y="58"/>
                  <a:pt x="157" y="60"/>
                  <a:pt x="148" y="60"/>
                </a:cubicBezTo>
                <a:cubicBezTo>
                  <a:pt x="140" y="60"/>
                  <a:pt x="134" y="58"/>
                  <a:pt x="130" y="52"/>
                </a:cubicBezTo>
                <a:cubicBezTo>
                  <a:pt x="126" y="47"/>
                  <a:pt x="123" y="41"/>
                  <a:pt x="123" y="35"/>
                </a:cubicBezTo>
                <a:cubicBezTo>
                  <a:pt x="123" y="32"/>
                  <a:pt x="123" y="30"/>
                  <a:pt x="124" y="27"/>
                </a:cubicBezTo>
                <a:cubicBezTo>
                  <a:pt x="125" y="25"/>
                  <a:pt x="126" y="23"/>
                  <a:pt x="127" y="21"/>
                </a:cubicBezTo>
                <a:cubicBezTo>
                  <a:pt x="128" y="20"/>
                  <a:pt x="128" y="19"/>
                  <a:pt x="128" y="19"/>
                </a:cubicBezTo>
                <a:cubicBezTo>
                  <a:pt x="127" y="18"/>
                  <a:pt x="124" y="19"/>
                  <a:pt x="117" y="21"/>
                </a:cubicBezTo>
                <a:cubicBezTo>
                  <a:pt x="111" y="23"/>
                  <a:pt x="107" y="26"/>
                  <a:pt x="104" y="28"/>
                </a:cubicBezTo>
                <a:cubicBezTo>
                  <a:pt x="88" y="43"/>
                  <a:pt x="80" y="73"/>
                  <a:pt x="80" y="118"/>
                </a:cubicBezTo>
                <a:lnTo>
                  <a:pt x="80" y="145"/>
                </a:lnTo>
                <a:cubicBezTo>
                  <a:pt x="80" y="149"/>
                  <a:pt x="80" y="154"/>
                  <a:pt x="80" y="160"/>
                </a:cubicBezTo>
                <a:cubicBezTo>
                  <a:pt x="80" y="164"/>
                  <a:pt x="80" y="169"/>
                  <a:pt x="80" y="173"/>
                </a:cubicBezTo>
                <a:cubicBezTo>
                  <a:pt x="80" y="177"/>
                  <a:pt x="80" y="180"/>
                  <a:pt x="80" y="183"/>
                </a:cubicBezTo>
                <a:cubicBezTo>
                  <a:pt x="81" y="185"/>
                  <a:pt x="81" y="188"/>
                  <a:pt x="80" y="190"/>
                </a:cubicBezTo>
                <a:lnTo>
                  <a:pt x="80" y="193"/>
                </a:lnTo>
                <a:cubicBezTo>
                  <a:pt x="81" y="193"/>
                  <a:pt x="81" y="194"/>
                  <a:pt x="82" y="195"/>
                </a:cubicBezTo>
                <a:cubicBezTo>
                  <a:pt x="82" y="195"/>
                  <a:pt x="83" y="196"/>
                  <a:pt x="84" y="196"/>
                </a:cubicBezTo>
                <a:cubicBezTo>
                  <a:pt x="85" y="197"/>
                  <a:pt x="86" y="197"/>
                  <a:pt x="87" y="198"/>
                </a:cubicBezTo>
                <a:cubicBezTo>
                  <a:pt x="88" y="198"/>
                  <a:pt x="89" y="199"/>
                  <a:pt x="90" y="199"/>
                </a:cubicBezTo>
                <a:cubicBezTo>
                  <a:pt x="92" y="199"/>
                  <a:pt x="93" y="199"/>
                  <a:pt x="94" y="199"/>
                </a:cubicBezTo>
                <a:cubicBezTo>
                  <a:pt x="95" y="200"/>
                  <a:pt x="96" y="200"/>
                  <a:pt x="98" y="200"/>
                </a:cubicBezTo>
                <a:cubicBezTo>
                  <a:pt x="102" y="200"/>
                  <a:pt x="103" y="200"/>
                  <a:pt x="104" y="200"/>
                </a:cubicBezTo>
                <a:cubicBezTo>
                  <a:pt x="105" y="200"/>
                  <a:pt x="106" y="200"/>
                  <a:pt x="109" y="200"/>
                </a:cubicBezTo>
                <a:cubicBezTo>
                  <a:pt x="112" y="201"/>
                  <a:pt x="113" y="201"/>
                  <a:pt x="114" y="200"/>
                </a:cubicBezTo>
                <a:lnTo>
                  <a:pt x="130" y="200"/>
                </a:lnTo>
                <a:lnTo>
                  <a:pt x="130" y="223"/>
                </a:lnTo>
                <a:lnTo>
                  <a:pt x="125" y="223"/>
                </a:lnTo>
                <a:cubicBezTo>
                  <a:pt x="119" y="222"/>
                  <a:pt x="97" y="222"/>
                  <a:pt x="60" y="222"/>
                </a:cubicBezTo>
                <a:cubicBezTo>
                  <a:pt x="26" y="222"/>
                  <a:pt x="7" y="222"/>
                  <a:pt x="4" y="223"/>
                </a:cubicBezTo>
                <a:lnTo>
                  <a:pt x="0" y="223"/>
                </a:lnTo>
                <a:lnTo>
                  <a:pt x="0" y="200"/>
                </a:lnTo>
                <a:lnTo>
                  <a:pt x="8" y="2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5236920" y="5016600"/>
            <a:ext cx="80640" cy="83160"/>
          </a:xfrm>
          <a:custGeom>
            <a:avLst/>
            <a:gdLst/>
            <a:ahLst/>
            <a:rect l="0" t="0" r="r" b="b"/>
            <a:pathLst>
              <a:path w="224" h="231">
                <a:moveTo>
                  <a:pt x="0" y="118"/>
                </a:moveTo>
                <a:cubicBezTo>
                  <a:pt x="0" y="86"/>
                  <a:pt x="11" y="58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2" y="0"/>
                  <a:pt x="168" y="11"/>
                  <a:pt x="190" y="34"/>
                </a:cubicBezTo>
                <a:cubicBezTo>
                  <a:pt x="212" y="57"/>
                  <a:pt x="224" y="85"/>
                  <a:pt x="224" y="117"/>
                </a:cubicBezTo>
                <a:cubicBezTo>
                  <a:pt x="224" y="149"/>
                  <a:pt x="212" y="176"/>
                  <a:pt x="191" y="198"/>
                </a:cubicBezTo>
                <a:cubicBezTo>
                  <a:pt x="169" y="221"/>
                  <a:pt x="143" y="231"/>
                  <a:pt x="112" y="231"/>
                </a:cubicBezTo>
                <a:cubicBezTo>
                  <a:pt x="79" y="231"/>
                  <a:pt x="53" y="220"/>
                  <a:pt x="32" y="197"/>
                </a:cubicBezTo>
                <a:cubicBezTo>
                  <a:pt x="11" y="174"/>
                  <a:pt x="0" y="148"/>
                  <a:pt x="0" y="118"/>
                </a:cubicBezTo>
                <a:moveTo>
                  <a:pt x="112" y="211"/>
                </a:moveTo>
                <a:cubicBezTo>
                  <a:pt x="153" y="211"/>
                  <a:pt x="173" y="183"/>
                  <a:pt x="173" y="128"/>
                </a:cubicBezTo>
                <a:lnTo>
                  <a:pt x="173" y="112"/>
                </a:lnTo>
                <a:lnTo>
                  <a:pt x="173" y="100"/>
                </a:lnTo>
                <a:cubicBezTo>
                  <a:pt x="173" y="92"/>
                  <a:pt x="173" y="86"/>
                  <a:pt x="173" y="81"/>
                </a:cubicBezTo>
                <a:cubicBezTo>
                  <a:pt x="172" y="75"/>
                  <a:pt x="171" y="69"/>
                  <a:pt x="169" y="61"/>
                </a:cubicBezTo>
                <a:cubicBezTo>
                  <a:pt x="167" y="54"/>
                  <a:pt x="164" y="48"/>
                  <a:pt x="161" y="43"/>
                </a:cubicBezTo>
                <a:cubicBezTo>
                  <a:pt x="158" y="39"/>
                  <a:pt x="153" y="34"/>
                  <a:pt x="145" y="29"/>
                </a:cubicBezTo>
                <a:cubicBezTo>
                  <a:pt x="138" y="25"/>
                  <a:pt x="130" y="21"/>
                  <a:pt x="121" y="19"/>
                </a:cubicBezTo>
                <a:cubicBezTo>
                  <a:pt x="119" y="19"/>
                  <a:pt x="116" y="19"/>
                  <a:pt x="113" y="19"/>
                </a:cubicBezTo>
                <a:cubicBezTo>
                  <a:pt x="103" y="19"/>
                  <a:pt x="93" y="21"/>
                  <a:pt x="84" y="25"/>
                </a:cubicBezTo>
                <a:cubicBezTo>
                  <a:pt x="70" y="32"/>
                  <a:pt x="60" y="42"/>
                  <a:pt x="56" y="55"/>
                </a:cubicBezTo>
                <a:cubicBezTo>
                  <a:pt x="52" y="68"/>
                  <a:pt x="49" y="84"/>
                  <a:pt x="49" y="102"/>
                </a:cubicBezTo>
                <a:lnTo>
                  <a:pt x="49" y="112"/>
                </a:lnTo>
                <a:cubicBezTo>
                  <a:pt x="49" y="144"/>
                  <a:pt x="53" y="167"/>
                  <a:pt x="59" y="180"/>
                </a:cubicBezTo>
                <a:cubicBezTo>
                  <a:pt x="70" y="200"/>
                  <a:pt x="87" y="211"/>
                  <a:pt x="112" y="211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5326920" y="5017680"/>
            <a:ext cx="144360" cy="80280"/>
          </a:xfrm>
          <a:custGeom>
            <a:avLst/>
            <a:gdLst/>
            <a:ahLst/>
            <a:rect l="0" t="0" r="r" b="b"/>
            <a:pathLst>
              <a:path w="401" h="223">
                <a:moveTo>
                  <a:pt x="8" y="200"/>
                </a:moveTo>
                <a:lnTo>
                  <a:pt x="15" y="200"/>
                </a:lnTo>
                <a:cubicBezTo>
                  <a:pt x="28" y="200"/>
                  <a:pt x="36" y="198"/>
                  <a:pt x="39" y="193"/>
                </a:cubicBezTo>
                <a:lnTo>
                  <a:pt x="39" y="189"/>
                </a:lnTo>
                <a:cubicBezTo>
                  <a:pt x="39" y="186"/>
                  <a:pt x="39" y="182"/>
                  <a:pt x="39" y="178"/>
                </a:cubicBezTo>
                <a:cubicBezTo>
                  <a:pt x="39" y="173"/>
                  <a:pt x="39" y="168"/>
                  <a:pt x="39" y="162"/>
                </a:cubicBezTo>
                <a:cubicBezTo>
                  <a:pt x="39" y="155"/>
                  <a:pt x="39" y="149"/>
                  <a:pt x="39" y="141"/>
                </a:cubicBezTo>
                <a:cubicBezTo>
                  <a:pt x="40" y="134"/>
                  <a:pt x="40" y="127"/>
                  <a:pt x="39" y="120"/>
                </a:cubicBezTo>
                <a:cubicBezTo>
                  <a:pt x="39" y="110"/>
                  <a:pt x="39" y="99"/>
                  <a:pt x="39" y="87"/>
                </a:cubicBezTo>
                <a:cubicBezTo>
                  <a:pt x="39" y="75"/>
                  <a:pt x="39" y="65"/>
                  <a:pt x="39" y="57"/>
                </a:cubicBezTo>
                <a:lnTo>
                  <a:pt x="39" y="46"/>
                </a:lnTo>
                <a:cubicBezTo>
                  <a:pt x="38" y="39"/>
                  <a:pt x="35" y="35"/>
                  <a:pt x="32" y="33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10" y="5"/>
                  <a:pt x="14" y="4"/>
                  <a:pt x="20" y="4"/>
                </a:cubicBezTo>
                <a:cubicBezTo>
                  <a:pt x="26" y="4"/>
                  <a:pt x="32" y="3"/>
                  <a:pt x="39" y="3"/>
                </a:cubicBezTo>
                <a:cubicBezTo>
                  <a:pt x="45" y="3"/>
                  <a:pt x="51" y="2"/>
                  <a:pt x="57" y="2"/>
                </a:cubicBezTo>
                <a:cubicBezTo>
                  <a:pt x="63" y="2"/>
                  <a:pt x="68" y="1"/>
                  <a:pt x="72" y="1"/>
                </a:cubicBezTo>
                <a:cubicBezTo>
                  <a:pt x="75" y="0"/>
                  <a:pt x="77" y="0"/>
                  <a:pt x="77" y="0"/>
                </a:cubicBezTo>
                <a:lnTo>
                  <a:pt x="79" y="0"/>
                </a:lnTo>
                <a:lnTo>
                  <a:pt x="79" y="20"/>
                </a:lnTo>
                <a:cubicBezTo>
                  <a:pt x="79" y="33"/>
                  <a:pt x="79" y="39"/>
                  <a:pt x="79" y="39"/>
                </a:cubicBezTo>
                <a:cubicBezTo>
                  <a:pt x="79" y="39"/>
                  <a:pt x="80" y="38"/>
                  <a:pt x="82" y="37"/>
                </a:cubicBezTo>
                <a:cubicBezTo>
                  <a:pt x="83" y="35"/>
                  <a:pt x="85" y="33"/>
                  <a:pt x="88" y="29"/>
                </a:cubicBezTo>
                <a:cubicBezTo>
                  <a:pt x="90" y="26"/>
                  <a:pt x="94" y="23"/>
                  <a:pt x="97" y="20"/>
                </a:cubicBezTo>
                <a:cubicBezTo>
                  <a:pt x="101" y="17"/>
                  <a:pt x="106" y="14"/>
                  <a:pt x="112" y="11"/>
                </a:cubicBezTo>
                <a:cubicBezTo>
                  <a:pt x="118" y="7"/>
                  <a:pt x="124" y="4"/>
                  <a:pt x="131" y="3"/>
                </a:cubicBezTo>
                <a:cubicBezTo>
                  <a:pt x="138" y="1"/>
                  <a:pt x="146" y="0"/>
                  <a:pt x="157" y="0"/>
                </a:cubicBezTo>
                <a:cubicBezTo>
                  <a:pt x="162" y="0"/>
                  <a:pt x="167" y="0"/>
                  <a:pt x="172" y="1"/>
                </a:cubicBezTo>
                <a:cubicBezTo>
                  <a:pt x="176" y="2"/>
                  <a:pt x="180" y="3"/>
                  <a:pt x="183" y="4"/>
                </a:cubicBezTo>
                <a:cubicBezTo>
                  <a:pt x="187" y="5"/>
                  <a:pt x="190" y="7"/>
                  <a:pt x="193" y="8"/>
                </a:cubicBezTo>
                <a:cubicBezTo>
                  <a:pt x="196" y="9"/>
                  <a:pt x="198" y="11"/>
                  <a:pt x="200" y="13"/>
                </a:cubicBezTo>
                <a:cubicBezTo>
                  <a:pt x="202" y="14"/>
                  <a:pt x="204" y="16"/>
                  <a:pt x="206" y="18"/>
                </a:cubicBezTo>
                <a:cubicBezTo>
                  <a:pt x="208" y="20"/>
                  <a:pt x="209" y="22"/>
                  <a:pt x="210" y="24"/>
                </a:cubicBezTo>
                <a:cubicBezTo>
                  <a:pt x="212" y="25"/>
                  <a:pt x="213" y="27"/>
                  <a:pt x="214" y="29"/>
                </a:cubicBezTo>
                <a:cubicBezTo>
                  <a:pt x="215" y="31"/>
                  <a:pt x="216" y="33"/>
                  <a:pt x="216" y="34"/>
                </a:cubicBezTo>
                <a:cubicBezTo>
                  <a:pt x="216" y="36"/>
                  <a:pt x="217" y="37"/>
                  <a:pt x="217" y="38"/>
                </a:cubicBezTo>
                <a:lnTo>
                  <a:pt x="218" y="41"/>
                </a:lnTo>
                <a:lnTo>
                  <a:pt x="220" y="39"/>
                </a:lnTo>
                <a:cubicBezTo>
                  <a:pt x="221" y="37"/>
                  <a:pt x="222" y="36"/>
                  <a:pt x="223" y="35"/>
                </a:cubicBezTo>
                <a:cubicBezTo>
                  <a:pt x="224" y="33"/>
                  <a:pt x="226" y="32"/>
                  <a:pt x="228" y="29"/>
                </a:cubicBezTo>
                <a:cubicBezTo>
                  <a:pt x="230" y="27"/>
                  <a:pt x="232" y="25"/>
                  <a:pt x="234" y="23"/>
                </a:cubicBezTo>
                <a:cubicBezTo>
                  <a:pt x="236" y="21"/>
                  <a:pt x="239" y="18"/>
                  <a:pt x="242" y="16"/>
                </a:cubicBezTo>
                <a:cubicBezTo>
                  <a:pt x="244" y="14"/>
                  <a:pt x="248" y="12"/>
                  <a:pt x="252" y="10"/>
                </a:cubicBezTo>
                <a:cubicBezTo>
                  <a:pt x="256" y="8"/>
                  <a:pt x="260" y="7"/>
                  <a:pt x="263" y="5"/>
                </a:cubicBezTo>
                <a:cubicBezTo>
                  <a:pt x="267" y="3"/>
                  <a:pt x="271" y="2"/>
                  <a:pt x="276" y="2"/>
                </a:cubicBezTo>
                <a:cubicBezTo>
                  <a:pt x="281" y="1"/>
                  <a:pt x="287" y="0"/>
                  <a:pt x="292" y="0"/>
                </a:cubicBezTo>
                <a:cubicBezTo>
                  <a:pt x="334" y="0"/>
                  <a:pt x="357" y="19"/>
                  <a:pt x="361" y="57"/>
                </a:cubicBezTo>
                <a:cubicBezTo>
                  <a:pt x="361" y="59"/>
                  <a:pt x="361" y="83"/>
                  <a:pt x="361" y="127"/>
                </a:cubicBezTo>
                <a:lnTo>
                  <a:pt x="361" y="171"/>
                </a:lnTo>
                <a:cubicBezTo>
                  <a:pt x="361" y="184"/>
                  <a:pt x="362" y="191"/>
                  <a:pt x="362" y="194"/>
                </a:cubicBezTo>
                <a:cubicBezTo>
                  <a:pt x="363" y="196"/>
                  <a:pt x="365" y="198"/>
                  <a:pt x="368" y="199"/>
                </a:cubicBezTo>
                <a:cubicBezTo>
                  <a:pt x="375" y="200"/>
                  <a:pt x="383" y="200"/>
                  <a:pt x="393" y="200"/>
                </a:cubicBezTo>
                <a:lnTo>
                  <a:pt x="401" y="200"/>
                </a:lnTo>
                <a:lnTo>
                  <a:pt x="401" y="223"/>
                </a:lnTo>
                <a:lnTo>
                  <a:pt x="397" y="223"/>
                </a:lnTo>
                <a:lnTo>
                  <a:pt x="385" y="223"/>
                </a:lnTo>
                <a:cubicBezTo>
                  <a:pt x="377" y="223"/>
                  <a:pt x="368" y="222"/>
                  <a:pt x="359" y="222"/>
                </a:cubicBezTo>
                <a:cubicBezTo>
                  <a:pt x="350" y="222"/>
                  <a:pt x="344" y="222"/>
                  <a:pt x="340" y="222"/>
                </a:cubicBezTo>
                <a:cubicBezTo>
                  <a:pt x="306" y="222"/>
                  <a:pt x="287" y="222"/>
                  <a:pt x="284" y="223"/>
                </a:cubicBezTo>
                <a:lnTo>
                  <a:pt x="280" y="223"/>
                </a:lnTo>
                <a:lnTo>
                  <a:pt x="280" y="200"/>
                </a:lnTo>
                <a:lnTo>
                  <a:pt x="288" y="200"/>
                </a:lnTo>
                <a:cubicBezTo>
                  <a:pt x="308" y="200"/>
                  <a:pt x="319" y="198"/>
                  <a:pt x="319" y="192"/>
                </a:cubicBezTo>
                <a:cubicBezTo>
                  <a:pt x="319" y="192"/>
                  <a:pt x="319" y="168"/>
                  <a:pt x="319" y="122"/>
                </a:cubicBezTo>
                <a:cubicBezTo>
                  <a:pt x="319" y="77"/>
                  <a:pt x="318" y="53"/>
                  <a:pt x="318" y="50"/>
                </a:cubicBezTo>
                <a:cubicBezTo>
                  <a:pt x="316" y="40"/>
                  <a:pt x="313" y="33"/>
                  <a:pt x="308" y="29"/>
                </a:cubicBezTo>
                <a:cubicBezTo>
                  <a:pt x="303" y="24"/>
                  <a:pt x="299" y="21"/>
                  <a:pt x="296" y="20"/>
                </a:cubicBezTo>
                <a:cubicBezTo>
                  <a:pt x="293" y="19"/>
                  <a:pt x="288" y="19"/>
                  <a:pt x="283" y="19"/>
                </a:cubicBezTo>
                <a:cubicBezTo>
                  <a:pt x="268" y="19"/>
                  <a:pt x="255" y="25"/>
                  <a:pt x="243" y="36"/>
                </a:cubicBezTo>
                <a:cubicBezTo>
                  <a:pt x="234" y="45"/>
                  <a:pt x="228" y="55"/>
                  <a:pt x="226" y="64"/>
                </a:cubicBezTo>
                <a:cubicBezTo>
                  <a:pt x="224" y="73"/>
                  <a:pt x="222" y="87"/>
                  <a:pt x="222" y="106"/>
                </a:cubicBezTo>
                <a:lnTo>
                  <a:pt x="222" y="138"/>
                </a:lnTo>
                <a:lnTo>
                  <a:pt x="222" y="169"/>
                </a:lnTo>
                <a:cubicBezTo>
                  <a:pt x="222" y="179"/>
                  <a:pt x="222" y="186"/>
                  <a:pt x="222" y="189"/>
                </a:cubicBezTo>
                <a:cubicBezTo>
                  <a:pt x="223" y="193"/>
                  <a:pt x="223" y="195"/>
                  <a:pt x="224" y="196"/>
                </a:cubicBezTo>
                <a:cubicBezTo>
                  <a:pt x="225" y="197"/>
                  <a:pt x="226" y="198"/>
                  <a:pt x="229" y="199"/>
                </a:cubicBezTo>
                <a:cubicBezTo>
                  <a:pt x="236" y="200"/>
                  <a:pt x="244" y="200"/>
                  <a:pt x="253" y="200"/>
                </a:cubicBezTo>
                <a:lnTo>
                  <a:pt x="261" y="200"/>
                </a:lnTo>
                <a:lnTo>
                  <a:pt x="261" y="223"/>
                </a:lnTo>
                <a:lnTo>
                  <a:pt x="257" y="223"/>
                </a:lnTo>
                <a:lnTo>
                  <a:pt x="245" y="223"/>
                </a:lnTo>
                <a:cubicBezTo>
                  <a:pt x="237" y="223"/>
                  <a:pt x="229" y="222"/>
                  <a:pt x="220" y="222"/>
                </a:cubicBezTo>
                <a:cubicBezTo>
                  <a:pt x="211" y="222"/>
                  <a:pt x="205" y="222"/>
                  <a:pt x="201" y="222"/>
                </a:cubicBezTo>
                <a:cubicBezTo>
                  <a:pt x="165" y="222"/>
                  <a:pt x="147" y="222"/>
                  <a:pt x="144" y="223"/>
                </a:cubicBezTo>
                <a:lnTo>
                  <a:pt x="139" y="223"/>
                </a:lnTo>
                <a:lnTo>
                  <a:pt x="139" y="200"/>
                </a:lnTo>
                <a:lnTo>
                  <a:pt x="148" y="200"/>
                </a:lnTo>
                <a:cubicBezTo>
                  <a:pt x="169" y="200"/>
                  <a:pt x="179" y="198"/>
                  <a:pt x="179" y="192"/>
                </a:cubicBezTo>
                <a:cubicBezTo>
                  <a:pt x="180" y="192"/>
                  <a:pt x="180" y="168"/>
                  <a:pt x="180" y="122"/>
                </a:cubicBezTo>
                <a:cubicBezTo>
                  <a:pt x="179" y="77"/>
                  <a:pt x="179" y="53"/>
                  <a:pt x="179" y="50"/>
                </a:cubicBezTo>
                <a:cubicBezTo>
                  <a:pt x="177" y="40"/>
                  <a:pt x="173" y="33"/>
                  <a:pt x="169" y="29"/>
                </a:cubicBezTo>
                <a:cubicBezTo>
                  <a:pt x="163" y="24"/>
                  <a:pt x="159" y="21"/>
                  <a:pt x="156" y="20"/>
                </a:cubicBezTo>
                <a:cubicBezTo>
                  <a:pt x="152" y="19"/>
                  <a:pt x="148" y="19"/>
                  <a:pt x="142" y="19"/>
                </a:cubicBezTo>
                <a:cubicBezTo>
                  <a:pt x="127" y="19"/>
                  <a:pt x="114" y="25"/>
                  <a:pt x="103" y="36"/>
                </a:cubicBezTo>
                <a:cubicBezTo>
                  <a:pt x="94" y="45"/>
                  <a:pt x="88" y="55"/>
                  <a:pt x="86" y="64"/>
                </a:cubicBezTo>
                <a:cubicBezTo>
                  <a:pt x="83" y="73"/>
                  <a:pt x="82" y="87"/>
                  <a:pt x="82" y="106"/>
                </a:cubicBezTo>
                <a:lnTo>
                  <a:pt x="82" y="138"/>
                </a:lnTo>
                <a:lnTo>
                  <a:pt x="82" y="169"/>
                </a:lnTo>
                <a:cubicBezTo>
                  <a:pt x="82" y="179"/>
                  <a:pt x="82" y="186"/>
                  <a:pt x="82" y="189"/>
                </a:cubicBezTo>
                <a:cubicBezTo>
                  <a:pt x="82" y="193"/>
                  <a:pt x="83" y="195"/>
                  <a:pt x="84" y="196"/>
                </a:cubicBezTo>
                <a:cubicBezTo>
                  <a:pt x="84" y="197"/>
                  <a:pt x="86" y="198"/>
                  <a:pt x="88" y="199"/>
                </a:cubicBezTo>
                <a:cubicBezTo>
                  <a:pt x="95" y="200"/>
                  <a:pt x="103" y="200"/>
                  <a:pt x="113" y="200"/>
                </a:cubicBezTo>
                <a:lnTo>
                  <a:pt x="121" y="200"/>
                </a:lnTo>
                <a:lnTo>
                  <a:pt x="121" y="223"/>
                </a:lnTo>
                <a:lnTo>
                  <a:pt x="117" y="223"/>
                </a:lnTo>
                <a:lnTo>
                  <a:pt x="105" y="223"/>
                </a:lnTo>
                <a:cubicBezTo>
                  <a:pt x="97" y="223"/>
                  <a:pt x="89" y="222"/>
                  <a:pt x="80" y="222"/>
                </a:cubicBezTo>
                <a:cubicBezTo>
                  <a:pt x="71" y="222"/>
                  <a:pt x="64" y="222"/>
                  <a:pt x="60" y="222"/>
                </a:cubicBezTo>
                <a:cubicBezTo>
                  <a:pt x="26" y="222"/>
                  <a:pt x="7" y="222"/>
                  <a:pt x="4" y="223"/>
                </a:cubicBezTo>
                <a:lnTo>
                  <a:pt x="0" y="223"/>
                </a:lnTo>
                <a:lnTo>
                  <a:pt x="0" y="200"/>
                </a:lnTo>
                <a:lnTo>
                  <a:pt x="8" y="200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477040" y="5017680"/>
            <a:ext cx="91080" cy="115560"/>
          </a:xfrm>
          <a:custGeom>
            <a:avLst/>
            <a:gdLst/>
            <a:ahLst/>
            <a:rect l="0" t="0" r="r" b="b"/>
            <a:pathLst>
              <a:path w="253" h="321">
                <a:moveTo>
                  <a:pt x="8" y="297"/>
                </a:moveTo>
                <a:lnTo>
                  <a:pt x="15" y="297"/>
                </a:lnTo>
                <a:cubicBezTo>
                  <a:pt x="28" y="297"/>
                  <a:pt x="37" y="295"/>
                  <a:pt x="39" y="290"/>
                </a:cubicBezTo>
                <a:lnTo>
                  <a:pt x="39" y="286"/>
                </a:lnTo>
                <a:cubicBezTo>
                  <a:pt x="39" y="283"/>
                  <a:pt x="39" y="280"/>
                  <a:pt x="39" y="276"/>
                </a:cubicBezTo>
                <a:cubicBezTo>
                  <a:pt x="39" y="272"/>
                  <a:pt x="39" y="267"/>
                  <a:pt x="39" y="261"/>
                </a:cubicBezTo>
                <a:cubicBezTo>
                  <a:pt x="39" y="255"/>
                  <a:pt x="40" y="249"/>
                  <a:pt x="40" y="242"/>
                </a:cubicBezTo>
                <a:cubicBezTo>
                  <a:pt x="40" y="235"/>
                  <a:pt x="40" y="227"/>
                  <a:pt x="40" y="219"/>
                </a:cubicBezTo>
                <a:cubicBezTo>
                  <a:pt x="40" y="212"/>
                  <a:pt x="40" y="203"/>
                  <a:pt x="40" y="195"/>
                </a:cubicBezTo>
                <a:cubicBezTo>
                  <a:pt x="40" y="186"/>
                  <a:pt x="40" y="177"/>
                  <a:pt x="40" y="169"/>
                </a:cubicBezTo>
                <a:cubicBezTo>
                  <a:pt x="40" y="158"/>
                  <a:pt x="40" y="146"/>
                  <a:pt x="40" y="133"/>
                </a:cubicBezTo>
                <a:cubicBezTo>
                  <a:pt x="40" y="121"/>
                  <a:pt x="40" y="110"/>
                  <a:pt x="40" y="100"/>
                </a:cubicBezTo>
                <a:cubicBezTo>
                  <a:pt x="40" y="90"/>
                  <a:pt x="40" y="82"/>
                  <a:pt x="40" y="74"/>
                </a:cubicBezTo>
                <a:cubicBezTo>
                  <a:pt x="40" y="65"/>
                  <a:pt x="40" y="59"/>
                  <a:pt x="39" y="54"/>
                </a:cubicBezTo>
                <a:cubicBezTo>
                  <a:pt x="39" y="49"/>
                  <a:pt x="39" y="46"/>
                  <a:pt x="39" y="46"/>
                </a:cubicBezTo>
                <a:cubicBezTo>
                  <a:pt x="38" y="39"/>
                  <a:pt x="36" y="35"/>
                  <a:pt x="31" y="33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7" y="4"/>
                  <a:pt x="34" y="3"/>
                  <a:pt x="40" y="3"/>
                </a:cubicBezTo>
                <a:cubicBezTo>
                  <a:pt x="46" y="3"/>
                  <a:pt x="52" y="2"/>
                  <a:pt x="59" y="2"/>
                </a:cubicBezTo>
                <a:cubicBezTo>
                  <a:pt x="65" y="2"/>
                  <a:pt x="70" y="1"/>
                  <a:pt x="74" y="1"/>
                </a:cubicBezTo>
                <a:cubicBezTo>
                  <a:pt x="77" y="0"/>
                  <a:pt x="79" y="0"/>
                  <a:pt x="79" y="0"/>
                </a:cubicBezTo>
                <a:lnTo>
                  <a:pt x="81" y="0"/>
                </a:lnTo>
                <a:lnTo>
                  <a:pt x="81" y="13"/>
                </a:lnTo>
                <a:lnTo>
                  <a:pt x="81" y="26"/>
                </a:lnTo>
                <a:lnTo>
                  <a:pt x="85" y="23"/>
                </a:lnTo>
                <a:cubicBezTo>
                  <a:pt x="105" y="8"/>
                  <a:pt x="128" y="1"/>
                  <a:pt x="155" y="1"/>
                </a:cubicBezTo>
                <a:cubicBezTo>
                  <a:pt x="182" y="1"/>
                  <a:pt x="205" y="11"/>
                  <a:pt x="224" y="33"/>
                </a:cubicBezTo>
                <a:cubicBezTo>
                  <a:pt x="243" y="54"/>
                  <a:pt x="253" y="81"/>
                  <a:pt x="253" y="114"/>
                </a:cubicBezTo>
                <a:cubicBezTo>
                  <a:pt x="253" y="148"/>
                  <a:pt x="242" y="175"/>
                  <a:pt x="221" y="196"/>
                </a:cubicBezTo>
                <a:cubicBezTo>
                  <a:pt x="199" y="217"/>
                  <a:pt x="174" y="228"/>
                  <a:pt x="147" y="228"/>
                </a:cubicBezTo>
                <a:cubicBezTo>
                  <a:pt x="124" y="228"/>
                  <a:pt x="104" y="221"/>
                  <a:pt x="86" y="206"/>
                </a:cubicBezTo>
                <a:lnTo>
                  <a:pt x="82" y="202"/>
                </a:lnTo>
                <a:lnTo>
                  <a:pt x="82" y="245"/>
                </a:lnTo>
                <a:lnTo>
                  <a:pt x="82" y="273"/>
                </a:lnTo>
                <a:cubicBezTo>
                  <a:pt x="82" y="282"/>
                  <a:pt x="83" y="288"/>
                  <a:pt x="83" y="290"/>
                </a:cubicBezTo>
                <a:cubicBezTo>
                  <a:pt x="84" y="292"/>
                  <a:pt x="86" y="294"/>
                  <a:pt x="89" y="295"/>
                </a:cubicBezTo>
                <a:cubicBezTo>
                  <a:pt x="96" y="296"/>
                  <a:pt x="104" y="297"/>
                  <a:pt x="113" y="297"/>
                </a:cubicBezTo>
                <a:lnTo>
                  <a:pt x="121" y="297"/>
                </a:lnTo>
                <a:lnTo>
                  <a:pt x="121" y="321"/>
                </a:lnTo>
                <a:lnTo>
                  <a:pt x="117" y="321"/>
                </a:lnTo>
                <a:lnTo>
                  <a:pt x="105" y="321"/>
                </a:lnTo>
                <a:cubicBezTo>
                  <a:pt x="98" y="320"/>
                  <a:pt x="89" y="320"/>
                  <a:pt x="80" y="320"/>
                </a:cubicBezTo>
                <a:cubicBezTo>
                  <a:pt x="71" y="320"/>
                  <a:pt x="65" y="320"/>
                  <a:pt x="61" y="320"/>
                </a:cubicBezTo>
                <a:cubicBezTo>
                  <a:pt x="26" y="320"/>
                  <a:pt x="7" y="320"/>
                  <a:pt x="4" y="321"/>
                </a:cubicBezTo>
                <a:lnTo>
                  <a:pt x="0" y="321"/>
                </a:lnTo>
                <a:lnTo>
                  <a:pt x="0" y="297"/>
                </a:lnTo>
                <a:lnTo>
                  <a:pt x="8" y="297"/>
                </a:lnTo>
                <a:moveTo>
                  <a:pt x="204" y="113"/>
                </a:moveTo>
                <a:cubicBezTo>
                  <a:pt x="204" y="88"/>
                  <a:pt x="198" y="66"/>
                  <a:pt x="187" y="48"/>
                </a:cubicBezTo>
                <a:cubicBezTo>
                  <a:pt x="175" y="29"/>
                  <a:pt x="161" y="20"/>
                  <a:pt x="144" y="20"/>
                </a:cubicBezTo>
                <a:cubicBezTo>
                  <a:pt x="120" y="20"/>
                  <a:pt x="100" y="31"/>
                  <a:pt x="82" y="53"/>
                </a:cubicBezTo>
                <a:lnTo>
                  <a:pt x="82" y="173"/>
                </a:lnTo>
                <a:cubicBezTo>
                  <a:pt x="96" y="197"/>
                  <a:pt x="114" y="209"/>
                  <a:pt x="139" y="209"/>
                </a:cubicBezTo>
                <a:cubicBezTo>
                  <a:pt x="156" y="209"/>
                  <a:pt x="171" y="200"/>
                  <a:pt x="184" y="182"/>
                </a:cubicBezTo>
                <a:cubicBezTo>
                  <a:pt x="197" y="164"/>
                  <a:pt x="204" y="141"/>
                  <a:pt x="204" y="113"/>
                </a:cubicBez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577120" y="4986360"/>
            <a:ext cx="57600" cy="113400"/>
          </a:xfrm>
          <a:custGeom>
            <a:avLst/>
            <a:gdLst/>
            <a:ahLst/>
            <a:rect l="0" t="0" r="r" b="b"/>
            <a:pathLst>
              <a:path w="160" h="315">
                <a:moveTo>
                  <a:pt x="5" y="97"/>
                </a:moveTo>
                <a:cubicBezTo>
                  <a:pt x="23" y="96"/>
                  <a:pt x="36" y="86"/>
                  <a:pt x="46" y="69"/>
                </a:cubicBezTo>
                <a:cubicBezTo>
                  <a:pt x="56" y="51"/>
                  <a:pt x="61" y="31"/>
                  <a:pt x="62" y="8"/>
                </a:cubicBezTo>
                <a:lnTo>
                  <a:pt x="62" y="0"/>
                </a:lnTo>
                <a:lnTo>
                  <a:pt x="83" y="0"/>
                </a:lnTo>
                <a:lnTo>
                  <a:pt x="83" y="93"/>
                </a:lnTo>
                <a:lnTo>
                  <a:pt x="151" y="93"/>
                </a:lnTo>
                <a:lnTo>
                  <a:pt x="151" y="116"/>
                </a:lnTo>
                <a:lnTo>
                  <a:pt x="83" y="116"/>
                </a:lnTo>
                <a:lnTo>
                  <a:pt x="83" y="189"/>
                </a:lnTo>
                <a:cubicBezTo>
                  <a:pt x="84" y="231"/>
                  <a:pt x="84" y="255"/>
                  <a:pt x="84" y="260"/>
                </a:cubicBezTo>
                <a:cubicBezTo>
                  <a:pt x="84" y="265"/>
                  <a:pt x="85" y="271"/>
                  <a:pt x="87" y="276"/>
                </a:cubicBezTo>
                <a:cubicBezTo>
                  <a:pt x="92" y="289"/>
                  <a:pt x="100" y="296"/>
                  <a:pt x="112" y="296"/>
                </a:cubicBezTo>
                <a:cubicBezTo>
                  <a:pt x="127" y="296"/>
                  <a:pt x="136" y="284"/>
                  <a:pt x="139" y="260"/>
                </a:cubicBezTo>
                <a:cubicBezTo>
                  <a:pt x="140" y="257"/>
                  <a:pt x="140" y="250"/>
                  <a:pt x="140" y="237"/>
                </a:cubicBezTo>
                <a:lnTo>
                  <a:pt x="140" y="219"/>
                </a:lnTo>
                <a:lnTo>
                  <a:pt x="160" y="219"/>
                </a:lnTo>
                <a:lnTo>
                  <a:pt x="160" y="237"/>
                </a:lnTo>
                <a:lnTo>
                  <a:pt x="160" y="243"/>
                </a:lnTo>
                <a:cubicBezTo>
                  <a:pt x="160" y="269"/>
                  <a:pt x="153" y="288"/>
                  <a:pt x="139" y="302"/>
                </a:cubicBezTo>
                <a:cubicBezTo>
                  <a:pt x="130" y="311"/>
                  <a:pt x="118" y="315"/>
                  <a:pt x="104" y="315"/>
                </a:cubicBezTo>
                <a:cubicBezTo>
                  <a:pt x="92" y="315"/>
                  <a:pt x="82" y="313"/>
                  <a:pt x="74" y="309"/>
                </a:cubicBezTo>
                <a:cubicBezTo>
                  <a:pt x="64" y="305"/>
                  <a:pt x="58" y="300"/>
                  <a:pt x="54" y="294"/>
                </a:cubicBezTo>
                <a:cubicBezTo>
                  <a:pt x="49" y="287"/>
                  <a:pt x="46" y="282"/>
                  <a:pt x="44" y="276"/>
                </a:cubicBezTo>
                <a:cubicBezTo>
                  <a:pt x="42" y="271"/>
                  <a:pt x="41" y="265"/>
                  <a:pt x="41" y="260"/>
                </a:cubicBezTo>
                <a:cubicBezTo>
                  <a:pt x="40" y="258"/>
                  <a:pt x="40" y="233"/>
                  <a:pt x="40" y="186"/>
                </a:cubicBezTo>
                <a:lnTo>
                  <a:pt x="40" y="116"/>
                </a:lnTo>
                <a:lnTo>
                  <a:pt x="0" y="116"/>
                </a:lnTo>
                <a:lnTo>
                  <a:pt x="0" y="97"/>
                </a:lnTo>
                <a:lnTo>
                  <a:pt x="5" y="97"/>
                </a:lnTo>
                <a:close/>
              </a:path>
            </a:pathLst>
          </a:custGeom>
          <a:solidFill>
            <a:srgbClr val="2D37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571320" y="4849200"/>
            <a:ext cx="1981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Combined score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=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71320" y="5325480"/>
            <a:ext cx="70146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Token-level gets higher weight because it tests the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actual mechanism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6" name=""/>
          <p:cNvPicPr/>
          <p:nvPr/>
        </p:nvPicPr>
        <p:blipFill>
          <a:blip r:embed="rId1"/>
          <a:stretch/>
        </p:blipFill>
        <p:spPr>
          <a:xfrm>
            <a:off x="4095720" y="1038240"/>
            <a:ext cx="3999960" cy="39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7" name=""/>
          <p:cNvSpPr/>
          <p:nvPr/>
        </p:nvSpPr>
        <p:spPr>
          <a:xfrm>
            <a:off x="857160" y="52574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6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71320" y="488880"/>
            <a:ext cx="55026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Fuzzing Results: Features Are Interpretable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857160" y="5638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1053360" y="5144400"/>
            <a:ext cx="5551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402 features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, combined score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0.912 ± 0.008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(p &lt; 10^-4)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857160" y="6029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6"/>
                  <a:pt x="140" y="173"/>
                  <a:pt x="129" y="178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1053360" y="5525640"/>
            <a:ext cx="35636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Token-level accuracy: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0.906 ± 0.007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053360" y="5915880"/>
            <a:ext cx="6820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Emergent features without supervision: "internal knowledge retrieval",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053360" y="6239880"/>
            <a:ext cx="4492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"data modiﬁcation intent", "query complexity"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7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4552920" y="3362040"/>
            <a:ext cx="3086280" cy="29160"/>
          </a:xfrm>
          <a:custGeom>
            <a:avLst/>
            <a:gdLst/>
            <a:ahLst/>
            <a:rect l="0" t="0" r="r" b="b"/>
            <a:pathLst>
              <a:path w="8573" h="81">
                <a:moveTo>
                  <a:pt x="0" y="0"/>
                </a:moveTo>
                <a:lnTo>
                  <a:pt x="8573" y="0"/>
                </a:lnTo>
                <a:lnTo>
                  <a:pt x="8573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4553640" y="2808360"/>
            <a:ext cx="318420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5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The Causality Test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4222440" y="3821040"/>
            <a:ext cx="3755880" cy="26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From Correlation to Causal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71320" y="1089000"/>
            <a:ext cx="48790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Feature Ablation: Experimental Design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571320" y="1667880"/>
            <a:ext cx="9343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Question: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Are contrastive features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causally necessary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for tool selection, or merely correlated?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571320" y="2153520"/>
            <a:ext cx="862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Method: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809640" y="2629800"/>
            <a:ext cx="3764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Intercept residual stream at layer 20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809640" y="3020400"/>
            <a:ext cx="3033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Encode through trained SAE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809640" y="3401280"/>
            <a:ext cx="4028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Zero out top-10 contrastive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809640" y="3791880"/>
            <a:ext cx="3541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Decode back into residual stream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809640" y="4173120"/>
            <a:ext cx="48949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5. 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Measure: does the model's tool prediction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ﬂip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857160" y="5248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571320" y="4658760"/>
            <a:ext cx="9597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Controls: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857160" y="56386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8" y="149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053360" y="5135040"/>
            <a:ext cx="59014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Random ablation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: zero 10 random non-contrastive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053360" y="5525640"/>
            <a:ext cx="3528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Reconstruction-only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: SAE encode 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4574880" y="5535720"/>
            <a:ext cx="220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4794120" y="5525640"/>
            <a:ext cx="63331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decode with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features zeroed (measures round-trip distortion)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5" name=""/>
          <p:cNvPicPr/>
          <p:nvPr/>
        </p:nvPicPr>
        <p:blipFill>
          <a:blip r:embed="rId1"/>
          <a:stretch/>
        </p:blipFill>
        <p:spPr>
          <a:xfrm>
            <a:off x="2048040" y="1438200"/>
            <a:ext cx="8096040" cy="41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"/>
          <p:cNvSpPr txBox="1"/>
          <p:nvPr/>
        </p:nvSpPr>
        <p:spPr>
          <a:xfrm>
            <a:off x="571320" y="879480"/>
            <a:ext cx="4336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Ablation Results: Causal Evidence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71320" y="5782680"/>
            <a:ext cx="70855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Aggregate (23 types):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16.1% contrastive vs. 13.0% reconstruction-only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90400" y="4400280"/>
            <a:ext cx="11030400" cy="829080"/>
          </a:xfrm>
          <a:custGeom>
            <a:avLst/>
            <a:gdLst/>
            <a:ahLst/>
            <a:rect l="0" t="0" r="r" b="b"/>
            <a:pathLst>
              <a:path w="30640" h="2303">
                <a:moveTo>
                  <a:pt x="0" y="2303"/>
                </a:moveTo>
                <a:lnTo>
                  <a:pt x="0" y="0"/>
                </a:lnTo>
                <a:lnTo>
                  <a:pt x="30534" y="0"/>
                </a:lnTo>
                <a:cubicBezTo>
                  <a:pt x="30548" y="0"/>
                  <a:pt x="30561" y="3"/>
                  <a:pt x="30574" y="8"/>
                </a:cubicBezTo>
                <a:cubicBezTo>
                  <a:pt x="30587" y="14"/>
                  <a:pt x="30599" y="21"/>
                  <a:pt x="30609" y="31"/>
                </a:cubicBezTo>
                <a:cubicBezTo>
                  <a:pt x="30619" y="41"/>
                  <a:pt x="30626" y="53"/>
                  <a:pt x="30632" y="66"/>
                </a:cubicBezTo>
                <a:cubicBezTo>
                  <a:pt x="30637" y="79"/>
                  <a:pt x="30640" y="92"/>
                  <a:pt x="30640" y="106"/>
                </a:cubicBezTo>
                <a:lnTo>
                  <a:pt x="30640" y="2197"/>
                </a:lnTo>
                <a:cubicBezTo>
                  <a:pt x="30640" y="2211"/>
                  <a:pt x="30637" y="2225"/>
                  <a:pt x="30632" y="2238"/>
                </a:cubicBezTo>
                <a:cubicBezTo>
                  <a:pt x="30626" y="2251"/>
                  <a:pt x="30619" y="2262"/>
                  <a:pt x="30609" y="2272"/>
                </a:cubicBezTo>
                <a:cubicBezTo>
                  <a:pt x="30599" y="2282"/>
                  <a:pt x="30587" y="2290"/>
                  <a:pt x="30574" y="2295"/>
                </a:cubicBezTo>
                <a:cubicBezTo>
                  <a:pt x="30561" y="2300"/>
                  <a:pt x="30548" y="2303"/>
                  <a:pt x="30534" y="2303"/>
                </a:cubicBezTo>
                <a:lnTo>
                  <a:pt x="0" y="2303"/>
                </a:lnTo>
                <a:close/>
              </a:path>
            </a:pathLst>
          </a:custGeom>
          <a:solidFill>
            <a:srgbClr val="FF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71320" y="4400280"/>
            <a:ext cx="38520" cy="829080"/>
          </a:xfrm>
          <a:custGeom>
            <a:avLst/>
            <a:gdLst/>
            <a:ahLst/>
            <a:rect l="0" t="0" r="r" b="b"/>
            <a:pathLst>
              <a:path w="107" h="2303">
                <a:moveTo>
                  <a:pt x="0" y="0"/>
                </a:moveTo>
                <a:lnTo>
                  <a:pt x="107" y="0"/>
                </a:lnTo>
                <a:lnTo>
                  <a:pt x="107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571320" y="1251000"/>
            <a:ext cx="545724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Why This Matters: Interpreting the Ablation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857160" y="242856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71320" y="1829880"/>
            <a:ext cx="48913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Fundamental vs. Technical Analysis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(p = 0.002):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857160" y="2809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1053360" y="2315520"/>
            <a:ext cx="5626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Zeroing 10 contrastive features ﬂips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10.1%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of predictions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857160" y="32000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1053360" y="2696400"/>
            <a:ext cx="52311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9.0% ﬂip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toward the contrast tool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(directed change)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857160" y="3581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053360" y="3087000"/>
            <a:ext cx="563472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Random ablation: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0%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ﬂips. Reconstruction-only: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0%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ﬂips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053360" y="3468240"/>
            <a:ext cx="56700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These features are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causally necessary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for this distinction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571320" y="3953880"/>
            <a:ext cx="2377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Critical control insight: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99920" y="4543560"/>
            <a:ext cx="105242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Random ablation ﬂip rate </a:t>
            </a:r>
            <a:r>
              <a:rPr lang="en-US" sz="1580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equals</a:t>
            </a:r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SAE round-trip distortion across all 23 contrast types. Removing 10 random features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99920" y="4848480"/>
            <a:ext cx="7111440" cy="23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from ~668 active adds </a:t>
            </a:r>
            <a:r>
              <a:rPr lang="en-US" sz="1580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no disruption beyond the encode-decode cycle itself</a:t>
            </a:r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571320" y="5411160"/>
            <a:ext cx="10064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This validates the design: ablation eﬀects are due to </a:t>
            </a:r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speciﬁc features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, not general signal degradation.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590400" y="4343040"/>
            <a:ext cx="11030400" cy="829080"/>
          </a:xfrm>
          <a:custGeom>
            <a:avLst/>
            <a:gdLst/>
            <a:ahLst/>
            <a:rect l="0" t="0" r="r" b="b"/>
            <a:pathLst>
              <a:path w="30640" h="2303">
                <a:moveTo>
                  <a:pt x="0" y="2303"/>
                </a:moveTo>
                <a:lnTo>
                  <a:pt x="0" y="0"/>
                </a:lnTo>
                <a:lnTo>
                  <a:pt x="30534" y="0"/>
                </a:lnTo>
                <a:cubicBezTo>
                  <a:pt x="30548" y="0"/>
                  <a:pt x="30561" y="3"/>
                  <a:pt x="30574" y="9"/>
                </a:cubicBezTo>
                <a:cubicBezTo>
                  <a:pt x="30587" y="14"/>
                  <a:pt x="30599" y="22"/>
                  <a:pt x="30609" y="31"/>
                </a:cubicBezTo>
                <a:cubicBezTo>
                  <a:pt x="30619" y="41"/>
                  <a:pt x="30626" y="53"/>
                  <a:pt x="30632" y="66"/>
                </a:cubicBezTo>
                <a:cubicBezTo>
                  <a:pt x="30637" y="79"/>
                  <a:pt x="30640" y="92"/>
                  <a:pt x="30640" y="106"/>
                </a:cubicBezTo>
                <a:lnTo>
                  <a:pt x="30640" y="2198"/>
                </a:lnTo>
                <a:cubicBezTo>
                  <a:pt x="30640" y="2212"/>
                  <a:pt x="30637" y="2225"/>
                  <a:pt x="30632" y="2238"/>
                </a:cubicBezTo>
                <a:cubicBezTo>
                  <a:pt x="30626" y="2251"/>
                  <a:pt x="30619" y="2262"/>
                  <a:pt x="30609" y="2272"/>
                </a:cubicBezTo>
                <a:cubicBezTo>
                  <a:pt x="30599" y="2282"/>
                  <a:pt x="30587" y="2290"/>
                  <a:pt x="30574" y="2295"/>
                </a:cubicBezTo>
                <a:cubicBezTo>
                  <a:pt x="30561" y="2301"/>
                  <a:pt x="30548" y="2303"/>
                  <a:pt x="30534" y="2303"/>
                </a:cubicBezTo>
                <a:lnTo>
                  <a:pt x="0" y="2303"/>
                </a:lnTo>
                <a:close/>
              </a:path>
            </a:pathLst>
          </a:custGeom>
          <a:solidFill>
            <a:srgbClr val="FF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71320" y="4343040"/>
            <a:ext cx="38520" cy="829080"/>
          </a:xfrm>
          <a:custGeom>
            <a:avLst/>
            <a:gdLst/>
            <a:ahLst/>
            <a:rect l="0" t="0" r="r" b="b"/>
            <a:pathLst>
              <a:path w="107" h="2303">
                <a:moveTo>
                  <a:pt x="0" y="0"/>
                </a:moveTo>
                <a:lnTo>
                  <a:pt x="107" y="0"/>
                </a:lnTo>
                <a:lnTo>
                  <a:pt x="107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571320" y="1308240"/>
            <a:ext cx="4682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The Spectrum of Causal Involvement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857160" y="2485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571320" y="1887120"/>
            <a:ext cx="4633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Not all decisions rely on sparse feature circuits: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1053360" y="2372760"/>
            <a:ext cx="96584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Sparse circuits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(2/23 types signiﬁcant): fundamental/technical, single/multi-tool -- concentrated in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857160" y="32000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4" y="141"/>
                  <a:pt x="168" y="151"/>
                  <a:pt x="159" y="160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8" y="151"/>
                  <a:pt x="11" y="141"/>
                  <a:pt x="7" y="130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2"/>
                  <a:pt x="150" y="19"/>
                  <a:pt x="159" y="28"/>
                </a:cubicBezTo>
                <a:cubicBezTo>
                  <a:pt x="168" y="36"/>
                  <a:pt x="174" y="46"/>
                  <a:pt x="179" y="58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053360" y="2696400"/>
            <a:ext cx="1919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identiﬁable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1053360" y="3087000"/>
            <a:ext cx="99792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Distributed representations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(9/23 types, 0% ﬂips): preventive/reactive maintenance, etc. -- robust to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053360" y="3411000"/>
            <a:ext cx="2480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removing any 10 features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571320" y="3896640"/>
            <a:ext cx="400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This reveals a heterogeneous landscape: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799920" y="4486320"/>
            <a:ext cx="100918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Some tool-selection decisions are governed by interpretable sparse circuits; others rely on distributed, redundant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99920" y="4791240"/>
            <a:ext cx="9842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encodings.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571320" y="5353920"/>
            <a:ext cx="3857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Both ﬁndings are scientiﬁcally valuable.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0" name=""/>
          <p:cNvPicPr/>
          <p:nvPr/>
        </p:nvPicPr>
        <p:blipFill>
          <a:blip r:embed="rId1"/>
          <a:stretch/>
        </p:blipFill>
        <p:spPr>
          <a:xfrm>
            <a:off x="2048040" y="1114560"/>
            <a:ext cx="8096040" cy="448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"/>
          <p:cNvSpPr txBox="1"/>
          <p:nvPr/>
        </p:nvSpPr>
        <p:spPr>
          <a:xfrm>
            <a:off x="571320" y="565200"/>
            <a:ext cx="38023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End-to-End Demo Application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571320" y="5782680"/>
            <a:ext cx="10507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Interactive system surfacing SAE-derived explanations alongside agent output -- translating internal feature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571320" y="6106680"/>
            <a:ext cx="427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activations into natural-language rationales.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571320" y="1346400"/>
            <a:ext cx="19861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Key Takeaways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809640" y="1924920"/>
            <a:ext cx="1040040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SAEs discover interpretable decision features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without supervision -- 91.2% fuzzing accuracy, 84.3%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1053360" y="2258280"/>
            <a:ext cx="15818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excellent quality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809640" y="2734560"/>
            <a:ext cx="100112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Token-level fuzzing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catches labels "right for the wrong reasons" -- a stricter test than prompt-level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053360" y="3067920"/>
            <a:ext cx="100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evaluation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809640" y="3544200"/>
            <a:ext cx="10268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Causal evidence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via ablation: speciﬁc features are necessary for speciﬁc tool-selection decisions (p =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53360" y="3877560"/>
            <a:ext cx="606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0.002)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809640" y="4353840"/>
            <a:ext cx="10495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The reconstruction-only baseline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is essential -- it separates genuine causal eﬀects from SAE distortion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053360" y="4687200"/>
            <a:ext cx="7891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artifacts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809640" y="5163480"/>
            <a:ext cx="98769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E8563A"/>
                </a:solidFill>
                <a:effectLst/>
                <a:uFillTx/>
                <a:latin typeface="HelveticaNeue"/>
                <a:ea typeface="HelveticaNeue"/>
              </a:rPr>
              <a:t>5. </a:t>
            </a:r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Heterogeneous decision landscape</a:t>
            </a:r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 -- some decisions use sparse circuits, others are distributed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71320" y="1136880"/>
            <a:ext cx="4237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00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Limitations and Future Directions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857160" y="2314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8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71320" y="1715400"/>
            <a:ext cx="2007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Current limitations: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857160" y="2695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8"/>
                </a:cubicBezTo>
                <a:cubicBezTo>
                  <a:pt x="11" y="47"/>
                  <a:pt x="18" y="37"/>
                  <a:pt x="27" y="28"/>
                </a:cubicBezTo>
                <a:cubicBezTo>
                  <a:pt x="36" y="20"/>
                  <a:pt x="46" y="13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8"/>
                </a:cubicBezTo>
                <a:cubicBezTo>
                  <a:pt x="140" y="13"/>
                  <a:pt x="150" y="20"/>
                  <a:pt x="159" y="28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053360" y="2201400"/>
            <a:ext cx="6421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Compute-intensive (235B generation model + 30B subject model)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857160" y="3085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70"/>
                  <a:pt x="7" y="58"/>
                </a:cubicBezTo>
                <a:cubicBezTo>
                  <a:pt x="11" y="47"/>
                  <a:pt x="18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8" y="37"/>
                  <a:pt x="174" y="47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053360" y="2582280"/>
            <a:ext cx="3418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Single-layer analysis (layer 20 only)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857160" y="3466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1053360" y="2972880"/>
            <a:ext cx="62636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Synthetic contrastive pairs may miss real-world decision factors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1053360" y="3353760"/>
            <a:ext cx="5013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Optimal ablation set size remains an open question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857160" y="4429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4" y="139"/>
                  <a:pt x="168" y="149"/>
                  <a:pt x="159" y="158"/>
                </a:cubicBezTo>
                <a:cubicBezTo>
                  <a:pt x="150" y="166"/>
                  <a:pt x="140" y="173"/>
                  <a:pt x="129" y="178"/>
                </a:cubicBezTo>
                <a:cubicBezTo>
                  <a:pt x="116" y="182"/>
                  <a:pt x="105" y="186"/>
                  <a:pt x="92" y="186"/>
                </a:cubicBezTo>
                <a:cubicBezTo>
                  <a:pt x="80" y="186"/>
                  <a:pt x="68" y="182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6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571320" y="3839400"/>
            <a:ext cx="13258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1" u="none" strike="noStrike">
                <a:solidFill>
                  <a:srgbClr val="1A2744"/>
                </a:solidFill>
                <a:effectLst/>
                <a:uFillTx/>
                <a:latin typeface="HelveticaNeue"/>
                <a:ea typeface="HelveticaNeue"/>
              </a:rPr>
              <a:t>Future work: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857160" y="48193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8" y="151"/>
                  <a:pt x="159" y="159"/>
                </a:cubicBezTo>
                <a:cubicBezTo>
                  <a:pt x="150" y="168"/>
                  <a:pt x="140" y="175"/>
                  <a:pt x="129" y="180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70"/>
                  <a:pt x="7" y="59"/>
                </a:cubicBezTo>
                <a:cubicBezTo>
                  <a:pt x="11" y="47"/>
                  <a:pt x="18" y="37"/>
                  <a:pt x="27" y="29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9" y="7"/>
                </a:cubicBezTo>
                <a:cubicBezTo>
                  <a:pt x="140" y="12"/>
                  <a:pt x="150" y="19"/>
                  <a:pt x="159" y="29"/>
                </a:cubicBezTo>
                <a:cubicBezTo>
                  <a:pt x="168" y="37"/>
                  <a:pt x="174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1053360" y="4315680"/>
            <a:ext cx="8258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Higher-ﬁdelity SAEs for cleaner causal experiments (Gated SAEs, larger dictionaries)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857160" y="52005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6"/>
                  <a:pt x="174" y="46"/>
                  <a:pt x="179" y="57"/>
                </a:cubicBezTo>
                <a:cubicBezTo>
                  <a:pt x="184" y="68"/>
                  <a:pt x="186" y="81"/>
                  <a:pt x="186" y="93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1053360" y="4706280"/>
            <a:ext cx="3198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Multi-layer / circuit-level analysis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857160" y="55911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8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2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8" y="35"/>
                  <a:pt x="174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1053360" y="5087520"/>
            <a:ext cx="5852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Cross-model transfer (do tool-selection circuits generalize?)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1053360" y="5477760"/>
            <a:ext cx="4025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29" b="0" u="none" strike="noStrike">
                <a:solidFill>
                  <a:srgbClr val="2D3748"/>
                </a:solidFill>
                <a:effectLst/>
                <a:uFillTx/>
                <a:latin typeface="HelveticaNeue"/>
                <a:ea typeface="HelveticaNeue"/>
              </a:rPr>
              <a:t>Real-time agent monitoring in production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0" y="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0" y="0"/>
                </a:moveTo>
                <a:lnTo>
                  <a:pt x="0" y="827"/>
                </a:lnTo>
                <a:lnTo>
                  <a:pt x="8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A27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826" y="0"/>
                </a:moveTo>
                <a:lnTo>
                  <a:pt x="0" y="826"/>
                </a:lnTo>
                <a:lnTo>
                  <a:pt x="0" y="1654"/>
                </a:lnTo>
                <a:lnTo>
                  <a:pt x="1654" y="0"/>
                </a:lnTo>
                <a:lnTo>
                  <a:pt x="826" y="0"/>
                </a:lnTo>
                <a:close/>
              </a:path>
            </a:pathLst>
          </a:custGeom>
          <a:solidFill>
            <a:srgbClr val="1A284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1654" y="0"/>
                </a:moveTo>
                <a:lnTo>
                  <a:pt x="0" y="1654"/>
                </a:lnTo>
                <a:lnTo>
                  <a:pt x="0" y="2481"/>
                </a:lnTo>
                <a:lnTo>
                  <a:pt x="2481" y="0"/>
                </a:lnTo>
                <a:lnTo>
                  <a:pt x="1654" y="0"/>
                </a:lnTo>
                <a:close/>
              </a:path>
            </a:pathLst>
          </a:custGeom>
          <a:solidFill>
            <a:srgbClr val="1A284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2481" y="0"/>
                </a:moveTo>
                <a:lnTo>
                  <a:pt x="0" y="2481"/>
                </a:lnTo>
                <a:lnTo>
                  <a:pt x="0" y="3308"/>
                </a:lnTo>
                <a:lnTo>
                  <a:pt x="3308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1A294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0" y="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3308" y="0"/>
                </a:moveTo>
                <a:lnTo>
                  <a:pt x="0" y="3308"/>
                </a:lnTo>
                <a:lnTo>
                  <a:pt x="0" y="4135"/>
                </a:lnTo>
                <a:lnTo>
                  <a:pt x="4135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1B2A4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135" y="0"/>
                </a:moveTo>
                <a:lnTo>
                  <a:pt x="0" y="4135"/>
                </a:lnTo>
                <a:lnTo>
                  <a:pt x="0" y="4961"/>
                </a:lnTo>
                <a:lnTo>
                  <a:pt x="4961" y="0"/>
                </a:lnTo>
                <a:lnTo>
                  <a:pt x="4135" y="0"/>
                </a:lnTo>
                <a:close/>
              </a:path>
            </a:pathLst>
          </a:custGeom>
          <a:solidFill>
            <a:srgbClr val="1B2A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0" y="0"/>
            <a:ext cx="2083680" cy="2083680"/>
          </a:xfrm>
          <a:custGeom>
            <a:avLst/>
            <a:gdLst/>
            <a:ahLst/>
            <a:rect l="0" t="0" r="r" b="b"/>
            <a:pathLst>
              <a:path w="5788" h="5788">
                <a:moveTo>
                  <a:pt x="4961" y="0"/>
                </a:moveTo>
                <a:lnTo>
                  <a:pt x="0" y="4961"/>
                </a:lnTo>
                <a:lnTo>
                  <a:pt x="0" y="5788"/>
                </a:lnTo>
                <a:lnTo>
                  <a:pt x="5788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1B2B4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5788" y="0"/>
                </a:moveTo>
                <a:lnTo>
                  <a:pt x="0" y="5788"/>
                </a:lnTo>
                <a:lnTo>
                  <a:pt x="0" y="6615"/>
                </a:lnTo>
                <a:lnTo>
                  <a:pt x="6615" y="0"/>
                </a:lnTo>
                <a:lnTo>
                  <a:pt x="5788" y="0"/>
                </a:lnTo>
                <a:close/>
              </a:path>
            </a:pathLst>
          </a:custGeom>
          <a:solidFill>
            <a:srgbClr val="1B2B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6615" y="0"/>
                </a:moveTo>
                <a:lnTo>
                  <a:pt x="0" y="6615"/>
                </a:lnTo>
                <a:lnTo>
                  <a:pt x="0" y="7442"/>
                </a:lnTo>
                <a:lnTo>
                  <a:pt x="7442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1B2C4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7442" y="0"/>
                </a:moveTo>
                <a:lnTo>
                  <a:pt x="0" y="7442"/>
                </a:lnTo>
                <a:lnTo>
                  <a:pt x="0" y="8269"/>
                </a:lnTo>
                <a:lnTo>
                  <a:pt x="8269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1B2D4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0" y="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8269" y="0"/>
                </a:moveTo>
                <a:lnTo>
                  <a:pt x="0" y="8269"/>
                </a:lnTo>
                <a:lnTo>
                  <a:pt x="0" y="9096"/>
                </a:lnTo>
                <a:lnTo>
                  <a:pt x="9096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1B2D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096" y="0"/>
                </a:moveTo>
                <a:lnTo>
                  <a:pt x="0" y="9096"/>
                </a:lnTo>
                <a:lnTo>
                  <a:pt x="0" y="9922"/>
                </a:lnTo>
                <a:lnTo>
                  <a:pt x="9922" y="0"/>
                </a:lnTo>
                <a:lnTo>
                  <a:pt x="9096" y="0"/>
                </a:lnTo>
                <a:close/>
              </a:path>
            </a:pathLst>
          </a:custGeom>
          <a:solidFill>
            <a:srgbClr val="1B2E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0" y="0"/>
            <a:ext cx="3869640" cy="3869640"/>
          </a:xfrm>
          <a:custGeom>
            <a:avLst/>
            <a:gdLst/>
            <a:ahLst/>
            <a:rect l="0" t="0" r="r" b="b"/>
            <a:pathLst>
              <a:path w="10749" h="10749">
                <a:moveTo>
                  <a:pt x="9922" y="0"/>
                </a:moveTo>
                <a:lnTo>
                  <a:pt x="0" y="9922"/>
                </a:lnTo>
                <a:lnTo>
                  <a:pt x="0" y="10749"/>
                </a:lnTo>
                <a:lnTo>
                  <a:pt x="10749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1C2E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0749" y="0"/>
                </a:moveTo>
                <a:lnTo>
                  <a:pt x="0" y="10749"/>
                </a:lnTo>
                <a:lnTo>
                  <a:pt x="0" y="11576"/>
                </a:lnTo>
                <a:lnTo>
                  <a:pt x="11576" y="0"/>
                </a:lnTo>
                <a:lnTo>
                  <a:pt x="10749" y="0"/>
                </a:lnTo>
                <a:close/>
              </a:path>
            </a:pathLst>
          </a:custGeom>
          <a:solidFill>
            <a:srgbClr val="1C2F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576" y="0"/>
                </a:moveTo>
                <a:lnTo>
                  <a:pt x="0" y="11576"/>
                </a:lnTo>
                <a:lnTo>
                  <a:pt x="0" y="12403"/>
                </a:lnTo>
                <a:lnTo>
                  <a:pt x="12403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1C3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2403" y="0"/>
                </a:moveTo>
                <a:lnTo>
                  <a:pt x="0" y="12403"/>
                </a:lnTo>
                <a:lnTo>
                  <a:pt x="0" y="13230"/>
                </a:lnTo>
                <a:lnTo>
                  <a:pt x="13230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1C30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0"/>
            <a:ext cx="5060160" cy="5060160"/>
          </a:xfrm>
          <a:custGeom>
            <a:avLst/>
            <a:gdLst/>
            <a:ahLst/>
            <a:rect l="0" t="0" r="r" b="b"/>
            <a:pathLst>
              <a:path w="14056" h="14056">
                <a:moveTo>
                  <a:pt x="13230" y="0"/>
                </a:moveTo>
                <a:lnTo>
                  <a:pt x="0" y="13230"/>
                </a:lnTo>
                <a:lnTo>
                  <a:pt x="0" y="14056"/>
                </a:lnTo>
                <a:lnTo>
                  <a:pt x="14056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1C31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056" y="0"/>
                </a:moveTo>
                <a:lnTo>
                  <a:pt x="0" y="14056"/>
                </a:lnTo>
                <a:lnTo>
                  <a:pt x="0" y="14883"/>
                </a:lnTo>
                <a:lnTo>
                  <a:pt x="14883" y="0"/>
                </a:lnTo>
                <a:lnTo>
                  <a:pt x="14056" y="0"/>
                </a:lnTo>
                <a:close/>
              </a:path>
            </a:pathLst>
          </a:custGeom>
          <a:solidFill>
            <a:srgbClr val="1C31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0" y="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4883" y="0"/>
                </a:moveTo>
                <a:lnTo>
                  <a:pt x="0" y="14883"/>
                </a:lnTo>
                <a:lnTo>
                  <a:pt x="0" y="15710"/>
                </a:lnTo>
                <a:lnTo>
                  <a:pt x="15710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1C32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5710" y="0"/>
                </a:moveTo>
                <a:lnTo>
                  <a:pt x="0" y="15710"/>
                </a:lnTo>
                <a:lnTo>
                  <a:pt x="0" y="16537"/>
                </a:lnTo>
                <a:lnTo>
                  <a:pt x="16537" y="0"/>
                </a:lnTo>
                <a:lnTo>
                  <a:pt x="15710" y="0"/>
                </a:lnTo>
                <a:close/>
              </a:path>
            </a:pathLst>
          </a:custGeom>
          <a:solidFill>
            <a:srgbClr val="1C33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537" y="0"/>
                </a:moveTo>
                <a:lnTo>
                  <a:pt x="0" y="16537"/>
                </a:lnTo>
                <a:lnTo>
                  <a:pt x="0" y="17364"/>
                </a:lnTo>
                <a:lnTo>
                  <a:pt x="17364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1D33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7364" y="0"/>
                </a:moveTo>
                <a:lnTo>
                  <a:pt x="0" y="17364"/>
                </a:lnTo>
                <a:lnTo>
                  <a:pt x="0" y="18191"/>
                </a:lnTo>
                <a:lnTo>
                  <a:pt x="18191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1D34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0"/>
            <a:ext cx="6846120" cy="6846120"/>
          </a:xfrm>
          <a:custGeom>
            <a:avLst/>
            <a:gdLst/>
            <a:ahLst/>
            <a:rect l="0" t="0" r="r" b="b"/>
            <a:pathLst>
              <a:path w="19017" h="19017">
                <a:moveTo>
                  <a:pt x="18191" y="0"/>
                </a:moveTo>
                <a:lnTo>
                  <a:pt x="0" y="18191"/>
                </a:lnTo>
                <a:lnTo>
                  <a:pt x="0" y="19017"/>
                </a:lnTo>
                <a:lnTo>
                  <a:pt x="19017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1D34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9017" y="0"/>
                </a:moveTo>
                <a:lnTo>
                  <a:pt x="0" y="19017"/>
                </a:lnTo>
                <a:lnTo>
                  <a:pt x="0" y="19050"/>
                </a:lnTo>
                <a:lnTo>
                  <a:pt x="19050" y="0"/>
                </a:lnTo>
                <a:lnTo>
                  <a:pt x="19017" y="0"/>
                </a:lnTo>
                <a:close/>
              </a:path>
            </a:pathLst>
          </a:custGeom>
          <a:solidFill>
            <a:srgbClr val="1D35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D35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854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6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58320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6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8809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7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1786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D37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47636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8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7737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9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0714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9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36916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26668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E3A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96460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F3B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26196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F3B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55968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8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03C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85740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0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203C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415512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13D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4452840" y="0"/>
            <a:ext cx="7156080" cy="6858000"/>
          </a:xfrm>
          <a:custGeom>
            <a:avLst/>
            <a:gdLst/>
            <a:ahLst/>
            <a:rect l="0" t="0" r="r" b="b"/>
            <a:pathLst>
              <a:path w="19878" h="19050">
                <a:moveTo>
                  <a:pt x="19051" y="0"/>
                </a:moveTo>
                <a:lnTo>
                  <a:pt x="0" y="19050"/>
                </a:lnTo>
                <a:lnTo>
                  <a:pt x="827" y="19050"/>
                </a:lnTo>
                <a:lnTo>
                  <a:pt x="19878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13D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4750560" y="0"/>
            <a:ext cx="7155720" cy="6858000"/>
          </a:xfrm>
          <a:custGeom>
            <a:avLst/>
            <a:gdLst/>
            <a:ahLst/>
            <a:rect l="0" t="0" r="r" b="b"/>
            <a:pathLst>
              <a:path w="19877" h="19050">
                <a:moveTo>
                  <a:pt x="19051" y="0"/>
                </a:moveTo>
                <a:lnTo>
                  <a:pt x="0" y="19050"/>
                </a:lnTo>
                <a:lnTo>
                  <a:pt x="826" y="19050"/>
                </a:lnTo>
                <a:lnTo>
                  <a:pt x="19877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23E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223E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33" y="19050"/>
                </a:lnTo>
                <a:lnTo>
                  <a:pt x="19051" y="33"/>
                </a:lnTo>
                <a:lnTo>
                  <a:pt x="19051" y="0"/>
                </a:lnTo>
                <a:close/>
              </a:path>
            </a:pathLst>
          </a:custGeom>
          <a:solidFill>
            <a:srgbClr val="223F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345640" y="11880"/>
            <a:ext cx="6846480" cy="6846120"/>
          </a:xfrm>
          <a:custGeom>
            <a:avLst/>
            <a:gdLst/>
            <a:ahLst/>
            <a:rect l="0" t="0" r="r" b="b"/>
            <a:pathLst>
              <a:path w="19018" h="19017">
                <a:moveTo>
                  <a:pt x="19018" y="0"/>
                </a:moveTo>
                <a:lnTo>
                  <a:pt x="0" y="19017"/>
                </a:lnTo>
                <a:lnTo>
                  <a:pt x="827" y="19017"/>
                </a:lnTo>
                <a:lnTo>
                  <a:pt x="19018" y="826"/>
                </a:lnTo>
                <a:lnTo>
                  <a:pt x="19018" y="0"/>
                </a:lnTo>
                <a:close/>
              </a:path>
            </a:pathLst>
          </a:custGeom>
          <a:solidFill>
            <a:srgbClr val="223F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827" y="18191"/>
                </a:lnTo>
                <a:lnTo>
                  <a:pt x="18191" y="827"/>
                </a:lnTo>
                <a:lnTo>
                  <a:pt x="18191" y="0"/>
                </a:lnTo>
                <a:close/>
              </a:path>
            </a:pathLst>
          </a:custGeom>
          <a:solidFill>
            <a:srgbClr val="233F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5941080" y="606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827" y="17364"/>
                </a:lnTo>
                <a:lnTo>
                  <a:pt x="17364" y="827"/>
                </a:lnTo>
                <a:lnTo>
                  <a:pt x="17364" y="0"/>
                </a:lnTo>
                <a:close/>
              </a:path>
            </a:pathLst>
          </a:custGeom>
          <a:solidFill>
            <a:srgbClr val="2340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827" y="16537"/>
                </a:lnTo>
                <a:lnTo>
                  <a:pt x="16537" y="827"/>
                </a:lnTo>
                <a:lnTo>
                  <a:pt x="16537" y="0"/>
                </a:lnTo>
                <a:close/>
              </a:path>
            </a:pathLst>
          </a:custGeom>
          <a:solidFill>
            <a:srgbClr val="2440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6536520" y="120240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710" y="0"/>
                </a:moveTo>
                <a:lnTo>
                  <a:pt x="0" y="15710"/>
                </a:lnTo>
                <a:lnTo>
                  <a:pt x="826" y="15710"/>
                </a:lnTo>
                <a:lnTo>
                  <a:pt x="15710" y="827"/>
                </a:lnTo>
                <a:lnTo>
                  <a:pt x="15710" y="0"/>
                </a:lnTo>
                <a:close/>
              </a:path>
            </a:pathLst>
          </a:custGeom>
          <a:solidFill>
            <a:srgbClr val="2441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827" y="14883"/>
                </a:lnTo>
                <a:lnTo>
                  <a:pt x="14884" y="827"/>
                </a:lnTo>
                <a:lnTo>
                  <a:pt x="14884" y="0"/>
                </a:lnTo>
                <a:close/>
              </a:path>
            </a:pathLst>
          </a:custGeom>
          <a:solidFill>
            <a:srgbClr val="2541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7131600" y="1797840"/>
            <a:ext cx="5060520" cy="5060160"/>
          </a:xfrm>
          <a:custGeom>
            <a:avLst/>
            <a:gdLst/>
            <a:ahLst/>
            <a:rect l="0" t="0" r="r" b="b"/>
            <a:pathLst>
              <a:path w="14057" h="14056">
                <a:moveTo>
                  <a:pt x="14057" y="0"/>
                </a:moveTo>
                <a:lnTo>
                  <a:pt x="0" y="14056"/>
                </a:lnTo>
                <a:lnTo>
                  <a:pt x="827" y="14056"/>
                </a:lnTo>
                <a:lnTo>
                  <a:pt x="14057" y="826"/>
                </a:lnTo>
                <a:lnTo>
                  <a:pt x="14057" y="0"/>
                </a:lnTo>
                <a:close/>
              </a:path>
            </a:pathLst>
          </a:custGeom>
          <a:solidFill>
            <a:srgbClr val="2542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827" y="13230"/>
                </a:lnTo>
                <a:lnTo>
                  <a:pt x="13230" y="828"/>
                </a:lnTo>
                <a:lnTo>
                  <a:pt x="13230" y="0"/>
                </a:lnTo>
                <a:close/>
              </a:path>
            </a:pathLst>
          </a:custGeom>
          <a:solidFill>
            <a:srgbClr val="2642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7727040" y="2392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827" y="12403"/>
                </a:lnTo>
                <a:lnTo>
                  <a:pt x="12403" y="827"/>
                </a:lnTo>
                <a:lnTo>
                  <a:pt x="12403" y="0"/>
                </a:lnTo>
                <a:close/>
              </a:path>
            </a:pathLst>
          </a:custGeom>
          <a:solidFill>
            <a:srgbClr val="2643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826" y="11576"/>
                </a:lnTo>
                <a:lnTo>
                  <a:pt x="11576" y="827"/>
                </a:lnTo>
                <a:lnTo>
                  <a:pt x="11576" y="0"/>
                </a:lnTo>
                <a:close/>
              </a:path>
            </a:pathLst>
          </a:custGeom>
          <a:solidFill>
            <a:srgbClr val="2743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8322120" y="2988360"/>
            <a:ext cx="3870000" cy="3869640"/>
          </a:xfrm>
          <a:custGeom>
            <a:avLst/>
            <a:gdLst/>
            <a:ahLst/>
            <a:rect l="0" t="0" r="r" b="b"/>
            <a:pathLst>
              <a:path w="10750" h="10749">
                <a:moveTo>
                  <a:pt x="10750" y="0"/>
                </a:moveTo>
                <a:lnTo>
                  <a:pt x="0" y="10749"/>
                </a:lnTo>
                <a:lnTo>
                  <a:pt x="827" y="10749"/>
                </a:lnTo>
                <a:lnTo>
                  <a:pt x="10750" y="827"/>
                </a:lnTo>
                <a:lnTo>
                  <a:pt x="10750" y="0"/>
                </a:lnTo>
                <a:close/>
              </a:path>
            </a:pathLst>
          </a:custGeom>
          <a:solidFill>
            <a:srgbClr val="2744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827" y="9922"/>
                </a:lnTo>
                <a:lnTo>
                  <a:pt x="9923" y="826"/>
                </a:lnTo>
                <a:lnTo>
                  <a:pt x="9923" y="0"/>
                </a:lnTo>
                <a:close/>
              </a:path>
            </a:pathLst>
          </a:custGeom>
          <a:solidFill>
            <a:srgbClr val="2844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8917560" y="358344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9096" y="0"/>
                </a:moveTo>
                <a:lnTo>
                  <a:pt x="0" y="9096"/>
                </a:lnTo>
                <a:lnTo>
                  <a:pt x="827" y="9096"/>
                </a:lnTo>
                <a:lnTo>
                  <a:pt x="9096" y="827"/>
                </a:lnTo>
                <a:lnTo>
                  <a:pt x="9096" y="0"/>
                </a:lnTo>
                <a:close/>
              </a:path>
            </a:pathLst>
          </a:custGeom>
          <a:solidFill>
            <a:srgbClr val="2845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827" y="8269"/>
                </a:lnTo>
                <a:lnTo>
                  <a:pt x="8269" y="827"/>
                </a:lnTo>
                <a:lnTo>
                  <a:pt x="8269" y="0"/>
                </a:lnTo>
                <a:close/>
              </a:path>
            </a:pathLst>
          </a:custGeom>
          <a:solidFill>
            <a:srgbClr val="2945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9513000" y="4178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827" y="7442"/>
                </a:lnTo>
                <a:lnTo>
                  <a:pt x="7442" y="827"/>
                </a:lnTo>
                <a:lnTo>
                  <a:pt x="7442" y="0"/>
                </a:lnTo>
                <a:close/>
              </a:path>
            </a:pathLst>
          </a:custGeom>
          <a:solidFill>
            <a:srgbClr val="2946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826" y="6615"/>
                </a:lnTo>
                <a:lnTo>
                  <a:pt x="6615" y="827"/>
                </a:lnTo>
                <a:lnTo>
                  <a:pt x="6615" y="0"/>
                </a:lnTo>
                <a:close/>
              </a:path>
            </a:pathLst>
          </a:custGeom>
          <a:solidFill>
            <a:srgbClr val="2946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0108080" y="4774320"/>
            <a:ext cx="2084040" cy="2083680"/>
          </a:xfrm>
          <a:custGeom>
            <a:avLst/>
            <a:gdLst/>
            <a:ahLst/>
            <a:rect l="0" t="0" r="r" b="b"/>
            <a:pathLst>
              <a:path w="5789" h="5788">
                <a:moveTo>
                  <a:pt x="5789" y="0"/>
                </a:moveTo>
                <a:lnTo>
                  <a:pt x="0" y="5788"/>
                </a:lnTo>
                <a:lnTo>
                  <a:pt x="827" y="5788"/>
                </a:lnTo>
                <a:lnTo>
                  <a:pt x="5789" y="827"/>
                </a:lnTo>
                <a:lnTo>
                  <a:pt x="5789" y="0"/>
                </a:lnTo>
                <a:close/>
              </a:path>
            </a:pathLst>
          </a:custGeom>
          <a:solidFill>
            <a:srgbClr val="2A47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827" y="4961"/>
                </a:lnTo>
                <a:lnTo>
                  <a:pt x="4962" y="826"/>
                </a:lnTo>
                <a:lnTo>
                  <a:pt x="4962" y="0"/>
                </a:lnTo>
                <a:close/>
              </a:path>
            </a:pathLst>
          </a:custGeom>
          <a:solidFill>
            <a:srgbClr val="2A47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10703520" y="536940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4135" y="0"/>
                </a:moveTo>
                <a:lnTo>
                  <a:pt x="0" y="4135"/>
                </a:lnTo>
                <a:lnTo>
                  <a:pt x="827" y="4135"/>
                </a:lnTo>
                <a:lnTo>
                  <a:pt x="4135" y="827"/>
                </a:lnTo>
                <a:lnTo>
                  <a:pt x="4135" y="0"/>
                </a:lnTo>
                <a:close/>
              </a:path>
            </a:pathLst>
          </a:custGeom>
          <a:solidFill>
            <a:srgbClr val="2B48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827" y="3308"/>
                </a:lnTo>
                <a:lnTo>
                  <a:pt x="3308" y="827"/>
                </a:lnTo>
                <a:lnTo>
                  <a:pt x="3308" y="0"/>
                </a:lnTo>
                <a:close/>
              </a:path>
            </a:pathLst>
          </a:custGeom>
          <a:solidFill>
            <a:srgbClr val="2B48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1298960" y="5964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827" y="2481"/>
                </a:lnTo>
                <a:lnTo>
                  <a:pt x="2481" y="827"/>
                </a:lnTo>
                <a:lnTo>
                  <a:pt x="2481" y="0"/>
                </a:lnTo>
                <a:close/>
              </a:path>
            </a:pathLst>
          </a:custGeom>
          <a:solidFill>
            <a:srgbClr val="2C49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827" y="1654"/>
                </a:lnTo>
                <a:lnTo>
                  <a:pt x="1654" y="827"/>
                </a:lnTo>
                <a:lnTo>
                  <a:pt x="1654" y="0"/>
                </a:lnTo>
                <a:close/>
              </a:path>
            </a:pathLst>
          </a:custGeom>
          <a:solidFill>
            <a:srgbClr val="2C49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11894040" y="6560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828" y="0"/>
                </a:moveTo>
                <a:lnTo>
                  <a:pt x="0" y="827"/>
                </a:lnTo>
                <a:lnTo>
                  <a:pt x="828" y="827"/>
                </a:lnTo>
                <a:lnTo>
                  <a:pt x="828" y="0"/>
                </a:lnTo>
                <a:close/>
              </a:path>
            </a:pathLst>
          </a:custGeom>
          <a:solidFill>
            <a:srgbClr val="2D4A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162400" y="2904840"/>
            <a:ext cx="1867320" cy="29160"/>
          </a:xfrm>
          <a:custGeom>
            <a:avLst/>
            <a:gdLst/>
            <a:ahLst/>
            <a:rect l="0" t="0" r="r" b="b"/>
            <a:pathLst>
              <a:path w="5187" h="81">
                <a:moveTo>
                  <a:pt x="0" y="0"/>
                </a:moveTo>
                <a:lnTo>
                  <a:pt x="5187" y="0"/>
                </a:lnTo>
                <a:lnTo>
                  <a:pt x="5187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5163840" y="2332800"/>
            <a:ext cx="1941480" cy="45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Thank You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4057920" y="3123720"/>
            <a:ext cx="4079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Open source:</a:t>
            </a:r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 github.com/dataiku/kiji-inspector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648040" y="3781080"/>
            <a:ext cx="2400840" cy="10080"/>
          </a:xfrm>
          <a:custGeom>
            <a:avLst/>
            <a:gdLst/>
            <a:ah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4142160" y="3561840"/>
            <a:ext cx="3908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Hannes Hapke -- </a:t>
            </a:r>
            <a:r>
              <a:rPr lang="en-US" sz="1500" b="0" u="none" strike="noStrike">
                <a:solidFill>
                  <a:srgbClr val="FF7B5F"/>
                </a:solidFill>
                <a:effectLst/>
                <a:uFillTx/>
                <a:latin typeface="HelveticaNeue"/>
                <a:ea typeface="HelveticaNeue"/>
              </a:rPr>
              <a:t>hannes.hapke@dataiku.com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5648040" y="4066920"/>
            <a:ext cx="2410200" cy="10080"/>
          </a:xfrm>
          <a:custGeom>
            <a:avLst/>
            <a:gdLst/>
            <a:ahLst/>
            <a:rect l="0" t="0" r="r" b="b"/>
            <a:pathLst>
              <a:path w="6695" h="28">
                <a:moveTo>
                  <a:pt x="0" y="0"/>
                </a:moveTo>
                <a:lnTo>
                  <a:pt x="6695" y="0"/>
                </a:lnTo>
                <a:lnTo>
                  <a:pt x="669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8563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132080" y="3847680"/>
            <a:ext cx="3935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David Cardozo -- </a:t>
            </a:r>
            <a:r>
              <a:rPr lang="en-US" sz="1500" b="0" u="none" strike="noStrike">
                <a:solidFill>
                  <a:srgbClr val="FF7B5F"/>
                </a:solidFill>
                <a:effectLst/>
                <a:uFillTx/>
                <a:latin typeface="HelveticaNeue"/>
                <a:ea typeface="HelveticaNeue"/>
              </a:rPr>
              <a:t>david.cardozo@dataiku.com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5192280" y="4285800"/>
            <a:ext cx="18079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00" b="0" u="none" strike="noStrike">
                <a:solidFill>
                  <a:srgbClr val="E2E8F0"/>
                </a:solidFill>
                <a:effectLst/>
                <a:uFillTx/>
                <a:latin typeface="HelveticaNeue"/>
                <a:ea typeface="HelveticaNeue"/>
              </a:rPr>
              <a:t>575 Lab, Dataiku Inc.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1757960" y="6473880"/>
            <a:ext cx="1483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LibreOffice/26.2.0.3$MacOSX_AARCH64 LibreOffice_project/afbbd0df0edb6d40b450b0337ac646b0913a760c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